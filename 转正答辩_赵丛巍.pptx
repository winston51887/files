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7"/>
  </p:notesMasterIdLst>
  <p:handoutMasterIdLst>
    <p:handoutMasterId r:id="rId18"/>
  </p:handoutMasterIdLst>
  <p:sldIdLst>
    <p:sldId id="256" r:id="rId3"/>
    <p:sldId id="319" r:id="rId4"/>
    <p:sldId id="379" r:id="rId5"/>
    <p:sldId id="321" r:id="rId6"/>
    <p:sldId id="322" r:id="rId7"/>
    <p:sldId id="369" r:id="rId8"/>
    <p:sldId id="391" r:id="rId9"/>
    <p:sldId id="373" r:id="rId10"/>
    <p:sldId id="389" r:id="rId11"/>
    <p:sldId id="390" r:id="rId12"/>
    <p:sldId id="327" r:id="rId13"/>
    <p:sldId id="328" r:id="rId14"/>
    <p:sldId id="387" r:id="rId15"/>
    <p:sldId id="330" r:id="rId16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8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FD4312-9E3E-6EA2-68B5-04FDB35115AF}" name="Zhao Winston" initials="ZW" userId="422d4bedd82317a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itianhao" initials="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FFD6"/>
    <a:srgbClr val="9BBB59"/>
    <a:srgbClr val="8064A2"/>
    <a:srgbClr val="A864A2"/>
    <a:srgbClr val="EE0000"/>
    <a:srgbClr val="CC0000"/>
    <a:srgbClr val="565F69"/>
    <a:srgbClr val="FDD031"/>
    <a:srgbClr val="0FCAB7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39" autoAdjust="0"/>
  </p:normalViewPr>
  <p:slideViewPr>
    <p:cSldViewPr>
      <p:cViewPr varScale="1">
        <p:scale>
          <a:sx n="104" d="100"/>
          <a:sy n="104" d="100"/>
        </p:scale>
        <p:origin x="1824" y="108"/>
      </p:cViewPr>
      <p:guideLst>
        <p:guide orient="horz" pos="2160"/>
        <p:guide pos="2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92" y="-78"/>
      </p:cViewPr>
      <p:guideLst>
        <p:guide orient="horz" pos="2880"/>
        <p:guide pos="218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0A8DE6-32A2-40CC-A01F-EC38C7420047}" type="doc">
      <dgm:prSet loTypeId="urn:microsoft.com/office/officeart/2005/8/layout/chevron2" loCatId="list" qsTypeId="urn:microsoft.com/office/officeart/2005/8/quickstyle/3d1#1" qsCatId="3D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0163D35B-3A45-43B1-85C2-B4EFFBB7B23C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E84A5448-A702-4397-88EE-2EF13C0DDBFE}" type="par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77370586-FF03-4434-B632-CFE232E91208}" type="sib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14A8F7D3-7FED-492F-9C61-71FD199FB23B}">
      <dgm:prSet phldrT="[文本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gm:t>
    </dgm:pt>
    <dgm:pt modelId="{DB23FFED-7F6C-4EB8-9289-9BAAF8189E41}" type="par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5001DC26-67B7-4D22-A9D5-BEADC8412216}" type="sib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4EFB14D4-264A-4BBE-A041-9D67CB9C9DB3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82F6286C-9230-4BF3-927C-15EB13162A03}" type="par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16BE8BFC-0E88-48C9-B5C0-1950D11E2914}" type="sib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60B80331-A55C-4A50-9E64-D01AD0BB839D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gm:t>
    </dgm:pt>
    <dgm:pt modelId="{053057A8-700D-4844-9A50-572046AFB7C3}" type="par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8F6F07D8-D636-4636-829F-04B7054F537D}" type="sib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EE494892-399A-442D-9086-7161C8C13371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47BCED53-E51B-437A-9BD3-32288561075C}" type="par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A730A76D-534A-491F-A969-B5463D8B941D}" type="sib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BA3114B3-09AF-493A-87DE-30B928FEBEE6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gm:t>
    </dgm:pt>
    <dgm:pt modelId="{2FD0189A-9003-4F05-935B-D2C1970F918B}" type="par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9DC38F66-8CD5-4422-A1CE-1B789F8A9136}" type="sib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6C3CD719-6D94-4D46-A2D8-B37E59331E09}" type="pres">
      <dgm:prSet presAssocID="{9F0A8DE6-32A2-40CC-A01F-EC38C7420047}" presName="linearFlow" presStyleCnt="0">
        <dgm:presLayoutVars>
          <dgm:dir/>
          <dgm:animLvl val="lvl"/>
          <dgm:resizeHandles val="exact"/>
        </dgm:presLayoutVars>
      </dgm:prSet>
      <dgm:spPr/>
    </dgm:pt>
    <dgm:pt modelId="{362F52E8-4FE6-4254-808E-DCBEFA4438E0}" type="pres">
      <dgm:prSet presAssocID="{0163D35B-3A45-43B1-85C2-B4EFFBB7B23C}" presName="composite" presStyleCnt="0"/>
      <dgm:spPr/>
    </dgm:pt>
    <dgm:pt modelId="{37C7B733-EDED-4E13-B9D8-1469F0296C55}" type="pres">
      <dgm:prSet presAssocID="{0163D35B-3A45-43B1-85C2-B4EFFBB7B23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CA46D1E-3AAD-4428-8B86-FD865355E5E6}" type="pres">
      <dgm:prSet presAssocID="{0163D35B-3A45-43B1-85C2-B4EFFBB7B23C}" presName="descendantText" presStyleLbl="alignAcc1" presStyleIdx="0" presStyleCnt="3">
        <dgm:presLayoutVars>
          <dgm:bulletEnabled val="1"/>
        </dgm:presLayoutVars>
      </dgm:prSet>
      <dgm:spPr/>
    </dgm:pt>
    <dgm:pt modelId="{35C23BBF-1E8F-4C7C-972D-AA2C8441F864}" type="pres">
      <dgm:prSet presAssocID="{77370586-FF03-4434-B632-CFE232E91208}" presName="sp" presStyleCnt="0"/>
      <dgm:spPr/>
    </dgm:pt>
    <dgm:pt modelId="{DF3651B3-F4F1-4778-8FAE-484C9DCA1F66}" type="pres">
      <dgm:prSet presAssocID="{4EFB14D4-264A-4BBE-A041-9D67CB9C9DB3}" presName="composite" presStyleCnt="0"/>
      <dgm:spPr/>
    </dgm:pt>
    <dgm:pt modelId="{96C0DFC8-CDC3-4ACC-BBBE-1920C1F76CA8}" type="pres">
      <dgm:prSet presAssocID="{4EFB14D4-264A-4BBE-A041-9D67CB9C9DB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4DE3D85-63A8-46F5-A34C-D2233BEE4EF8}" type="pres">
      <dgm:prSet presAssocID="{4EFB14D4-264A-4BBE-A041-9D67CB9C9DB3}" presName="descendantText" presStyleLbl="alignAcc1" presStyleIdx="1" presStyleCnt="3">
        <dgm:presLayoutVars>
          <dgm:bulletEnabled val="1"/>
        </dgm:presLayoutVars>
      </dgm:prSet>
      <dgm:spPr/>
    </dgm:pt>
    <dgm:pt modelId="{47F699D5-5A87-45D4-88EF-BAE6EC649CFB}" type="pres">
      <dgm:prSet presAssocID="{16BE8BFC-0E88-48C9-B5C0-1950D11E2914}" presName="sp" presStyleCnt="0"/>
      <dgm:spPr/>
    </dgm:pt>
    <dgm:pt modelId="{7B41A698-360D-492A-B2F3-0119F80572F1}" type="pres">
      <dgm:prSet presAssocID="{EE494892-399A-442D-9086-7161C8C13371}" presName="composite" presStyleCnt="0"/>
      <dgm:spPr/>
    </dgm:pt>
    <dgm:pt modelId="{561E45E6-AD4F-4785-9C34-0546C11782A5}" type="pres">
      <dgm:prSet presAssocID="{EE494892-399A-442D-9086-7161C8C1337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09E08D5-FB07-43AB-90E7-4239CD80B8D6}" type="pres">
      <dgm:prSet presAssocID="{EE494892-399A-442D-9086-7161C8C1337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143CF0D-F7AC-4629-B0E9-5DC4B7C8ABD3}" srcId="{EE494892-399A-442D-9086-7161C8C13371}" destId="{BA3114B3-09AF-493A-87DE-30B928FEBEE6}" srcOrd="0" destOrd="0" parTransId="{2FD0189A-9003-4F05-935B-D2C1970F918B}" sibTransId="{9DC38F66-8CD5-4422-A1CE-1B789F8A9136}"/>
    <dgm:cxn modelId="{5349A911-5BEA-4C80-9E06-42BCA9F7816D}" type="presOf" srcId="{EE494892-399A-442D-9086-7161C8C13371}" destId="{561E45E6-AD4F-4785-9C34-0546C11782A5}" srcOrd="0" destOrd="0" presId="urn:microsoft.com/office/officeart/2005/8/layout/chevron2"/>
    <dgm:cxn modelId="{6CA82933-2C81-487D-BC4D-F404F0BAE2AA}" srcId="{9F0A8DE6-32A2-40CC-A01F-EC38C7420047}" destId="{4EFB14D4-264A-4BBE-A041-9D67CB9C9DB3}" srcOrd="1" destOrd="0" parTransId="{82F6286C-9230-4BF3-927C-15EB13162A03}" sibTransId="{16BE8BFC-0E88-48C9-B5C0-1950D11E2914}"/>
    <dgm:cxn modelId="{14F7A13C-949E-4B1F-A448-4FAFF43640A1}" type="presOf" srcId="{0163D35B-3A45-43B1-85C2-B4EFFBB7B23C}" destId="{37C7B733-EDED-4E13-B9D8-1469F0296C55}" srcOrd="0" destOrd="0" presId="urn:microsoft.com/office/officeart/2005/8/layout/chevron2"/>
    <dgm:cxn modelId="{4FF88760-12F5-43C4-BB34-A41EAD25E49B}" type="presOf" srcId="{4EFB14D4-264A-4BBE-A041-9D67CB9C9DB3}" destId="{96C0DFC8-CDC3-4ACC-BBBE-1920C1F76CA8}" srcOrd="0" destOrd="0" presId="urn:microsoft.com/office/officeart/2005/8/layout/chevron2"/>
    <dgm:cxn modelId="{833FC369-B96E-431E-A166-4CB5803A15FF}" srcId="{0163D35B-3A45-43B1-85C2-B4EFFBB7B23C}" destId="{14A8F7D3-7FED-492F-9C61-71FD199FB23B}" srcOrd="0" destOrd="0" parTransId="{DB23FFED-7F6C-4EB8-9289-9BAAF8189E41}" sibTransId="{5001DC26-67B7-4D22-A9D5-BEADC8412216}"/>
    <dgm:cxn modelId="{5559F550-1782-4C30-9003-BB061F32FA83}" type="presOf" srcId="{14A8F7D3-7FED-492F-9C61-71FD199FB23B}" destId="{7CA46D1E-3AAD-4428-8B86-FD865355E5E6}" srcOrd="0" destOrd="0" presId="urn:microsoft.com/office/officeart/2005/8/layout/chevron2"/>
    <dgm:cxn modelId="{DDCB2B52-DECC-4358-BFC7-53043053373D}" srcId="{9F0A8DE6-32A2-40CC-A01F-EC38C7420047}" destId="{0163D35B-3A45-43B1-85C2-B4EFFBB7B23C}" srcOrd="0" destOrd="0" parTransId="{E84A5448-A702-4397-88EE-2EF13C0DDBFE}" sibTransId="{77370586-FF03-4434-B632-CFE232E91208}"/>
    <dgm:cxn modelId="{A3E9D358-06DC-4637-BE84-2D250B7FF6DB}" type="presOf" srcId="{BA3114B3-09AF-493A-87DE-30B928FEBEE6}" destId="{109E08D5-FB07-43AB-90E7-4239CD80B8D6}" srcOrd="0" destOrd="0" presId="urn:microsoft.com/office/officeart/2005/8/layout/chevron2"/>
    <dgm:cxn modelId="{8DD6F9B3-CC65-4752-A2F3-2D882DED6F61}" srcId="{9F0A8DE6-32A2-40CC-A01F-EC38C7420047}" destId="{EE494892-399A-442D-9086-7161C8C13371}" srcOrd="2" destOrd="0" parTransId="{47BCED53-E51B-437A-9BD3-32288561075C}" sibTransId="{A730A76D-534A-491F-A969-B5463D8B941D}"/>
    <dgm:cxn modelId="{D875F8E1-24E8-406D-ADF3-865CCC567AEF}" type="presOf" srcId="{60B80331-A55C-4A50-9E64-D01AD0BB839D}" destId="{F4DE3D85-63A8-46F5-A34C-D2233BEE4EF8}" srcOrd="0" destOrd="0" presId="urn:microsoft.com/office/officeart/2005/8/layout/chevron2"/>
    <dgm:cxn modelId="{BB7775EF-9AA2-487C-883D-43CF168309A7}" type="presOf" srcId="{9F0A8DE6-32A2-40CC-A01F-EC38C7420047}" destId="{6C3CD719-6D94-4D46-A2D8-B37E59331E09}" srcOrd="0" destOrd="0" presId="urn:microsoft.com/office/officeart/2005/8/layout/chevron2"/>
    <dgm:cxn modelId="{3686A8FF-197F-4D74-BE90-98472E3F956D}" srcId="{4EFB14D4-264A-4BBE-A041-9D67CB9C9DB3}" destId="{60B80331-A55C-4A50-9E64-D01AD0BB839D}" srcOrd="0" destOrd="0" parTransId="{053057A8-700D-4844-9A50-572046AFB7C3}" sibTransId="{8F6F07D8-D636-4636-829F-04B7054F537D}"/>
    <dgm:cxn modelId="{D05BB094-8EB0-4AE1-850E-4392451FC484}" type="presParOf" srcId="{6C3CD719-6D94-4D46-A2D8-B37E59331E09}" destId="{362F52E8-4FE6-4254-808E-DCBEFA4438E0}" srcOrd="0" destOrd="0" presId="urn:microsoft.com/office/officeart/2005/8/layout/chevron2"/>
    <dgm:cxn modelId="{E86D77A1-26B7-46C1-B60B-494F92711C25}" type="presParOf" srcId="{362F52E8-4FE6-4254-808E-DCBEFA4438E0}" destId="{37C7B733-EDED-4E13-B9D8-1469F0296C55}" srcOrd="0" destOrd="0" presId="urn:microsoft.com/office/officeart/2005/8/layout/chevron2"/>
    <dgm:cxn modelId="{1B11071A-DA61-427E-9A68-25B1438BE056}" type="presParOf" srcId="{362F52E8-4FE6-4254-808E-DCBEFA4438E0}" destId="{7CA46D1E-3AAD-4428-8B86-FD865355E5E6}" srcOrd="1" destOrd="0" presId="urn:microsoft.com/office/officeart/2005/8/layout/chevron2"/>
    <dgm:cxn modelId="{BB2C8B3B-1984-428D-89EF-E06F3FA1E3B4}" type="presParOf" srcId="{6C3CD719-6D94-4D46-A2D8-B37E59331E09}" destId="{35C23BBF-1E8F-4C7C-972D-AA2C8441F864}" srcOrd="1" destOrd="0" presId="urn:microsoft.com/office/officeart/2005/8/layout/chevron2"/>
    <dgm:cxn modelId="{64A945EB-75AD-45AA-B31B-BBB96B031C65}" type="presParOf" srcId="{6C3CD719-6D94-4D46-A2D8-B37E59331E09}" destId="{DF3651B3-F4F1-4778-8FAE-484C9DCA1F66}" srcOrd="2" destOrd="0" presId="urn:microsoft.com/office/officeart/2005/8/layout/chevron2"/>
    <dgm:cxn modelId="{3182D2B1-7567-467F-88F9-7110BDD46233}" type="presParOf" srcId="{DF3651B3-F4F1-4778-8FAE-484C9DCA1F66}" destId="{96C0DFC8-CDC3-4ACC-BBBE-1920C1F76CA8}" srcOrd="0" destOrd="0" presId="urn:microsoft.com/office/officeart/2005/8/layout/chevron2"/>
    <dgm:cxn modelId="{C7781035-6929-471C-8F31-59F871E81485}" type="presParOf" srcId="{DF3651B3-F4F1-4778-8FAE-484C9DCA1F66}" destId="{F4DE3D85-63A8-46F5-A34C-D2233BEE4EF8}" srcOrd="1" destOrd="0" presId="urn:microsoft.com/office/officeart/2005/8/layout/chevron2"/>
    <dgm:cxn modelId="{C916CD22-9E22-489B-B938-06411483C4CE}" type="presParOf" srcId="{6C3CD719-6D94-4D46-A2D8-B37E59331E09}" destId="{47F699D5-5A87-45D4-88EF-BAE6EC649CFB}" srcOrd="3" destOrd="0" presId="urn:microsoft.com/office/officeart/2005/8/layout/chevron2"/>
    <dgm:cxn modelId="{5EC5E6CE-5F77-42F6-AF5C-4711F757DD67}" type="presParOf" srcId="{6C3CD719-6D94-4D46-A2D8-B37E59331E09}" destId="{7B41A698-360D-492A-B2F3-0119F80572F1}" srcOrd="4" destOrd="0" presId="urn:microsoft.com/office/officeart/2005/8/layout/chevron2"/>
    <dgm:cxn modelId="{21B80FD8-1CA8-4F43-964F-BD51A5531BF9}" type="presParOf" srcId="{7B41A698-360D-492A-B2F3-0119F80572F1}" destId="{561E45E6-AD4F-4785-9C34-0546C11782A5}" srcOrd="0" destOrd="0" presId="urn:microsoft.com/office/officeart/2005/8/layout/chevron2"/>
    <dgm:cxn modelId="{4F67E330-9F8E-4095-B7F3-C785A0B9EE18}" type="presParOf" srcId="{7B41A698-360D-492A-B2F3-0119F80572F1}" destId="{109E08D5-FB07-43AB-90E7-4239CD80B8D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E39354-7FC4-44FB-9046-CD0CFBFC6F3F}" type="doc">
      <dgm:prSet loTypeId="urn:microsoft.com/office/officeart/2005/8/layout/matrix1#1" loCatId="matrix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3DEA5C47-C9E4-4883-BFDD-CBB062E03000}">
      <dgm:prSet phldrT="[文本]" custT="1"/>
      <dgm:spPr>
        <a:solidFill>
          <a:schemeClr val="tx2">
            <a:lumMod val="20000"/>
            <a:lumOff val="80000"/>
            <a:alpha val="50000"/>
          </a:schemeClr>
        </a:solidFill>
      </dgm:spPr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rPr>
            <a:t>主要参与工作</a:t>
          </a:r>
        </a:p>
      </dgm:t>
    </dgm:pt>
    <dgm:pt modelId="{CE0D0934-F56E-4111-A842-97DCA3152981}" type="parTrans" cxnId="{1D1E66D7-C305-4CED-B9AA-1E03E554F070}">
      <dgm:prSet/>
      <dgm:spPr/>
      <dgm:t>
        <a:bodyPr/>
        <a:lstStyle/>
        <a:p>
          <a:endParaRPr lang="zh-CN" altLang="en-US"/>
        </a:p>
      </dgm:t>
    </dgm:pt>
    <dgm:pt modelId="{863C9D10-880A-4039-AE0E-66481A0DBCDA}" type="sibTrans" cxnId="{1D1E66D7-C305-4CED-B9AA-1E03E554F070}">
      <dgm:prSet/>
      <dgm:spPr/>
      <dgm:t>
        <a:bodyPr/>
        <a:lstStyle/>
        <a:p>
          <a:endParaRPr lang="zh-CN" altLang="en-US"/>
        </a:p>
      </dgm:t>
    </dgm:pt>
    <dgm:pt modelId="{7E58225A-08ED-4A90-9599-48FB20A68691}">
      <dgm:prSet phldrT="[文本]"/>
      <dgm:spPr>
        <a:solidFill>
          <a:schemeClr val="bg2">
            <a:lumMod val="50000"/>
          </a:schemeClr>
        </a:solidFill>
      </dgm:spPr>
      <dgm:t>
        <a:bodyPr/>
        <a:lstStyle/>
        <a:p>
          <a:endParaRPr lang="zh-CN" altLang="en-US" dirty="0"/>
        </a:p>
      </dgm:t>
    </dgm:pt>
    <dgm:pt modelId="{A2256632-E2A9-4188-A040-B59B08CFF6E9}" type="parTrans" cxnId="{45331B92-7C7E-4D66-9D42-28B884BE7C5A}">
      <dgm:prSet/>
      <dgm:spPr/>
      <dgm:t>
        <a:bodyPr/>
        <a:lstStyle/>
        <a:p>
          <a:endParaRPr lang="zh-CN" altLang="en-US"/>
        </a:p>
      </dgm:t>
    </dgm:pt>
    <dgm:pt modelId="{1E9F96A3-FCF2-4B9A-8C7D-83A239F2B961}" type="sibTrans" cxnId="{45331B92-7C7E-4D66-9D42-28B884BE7C5A}">
      <dgm:prSet/>
      <dgm:spPr/>
      <dgm:t>
        <a:bodyPr/>
        <a:lstStyle/>
        <a:p>
          <a:endParaRPr lang="zh-CN" altLang="en-US"/>
        </a:p>
      </dgm:t>
    </dgm:pt>
    <dgm:pt modelId="{71F72743-8C8D-48A7-91BA-59A2CBE57C10}">
      <dgm:prSet phldrT="[文本]" custT="1"/>
      <dgm:spPr>
        <a:solidFill>
          <a:schemeClr val="accent4"/>
        </a:solidFill>
      </dgm:spPr>
      <dgm:t>
        <a:bodyPr/>
        <a:lstStyle/>
        <a:p>
          <a:endParaRPr lang="zh-CN" altLang="en-US" sz="1800" dirty="0"/>
        </a:p>
      </dgm:t>
    </dgm:pt>
    <dgm:pt modelId="{FD8B783F-C932-4EB1-B05C-F24CD553D02F}" type="parTrans" cxnId="{CCFD696F-06E0-4344-A808-C2D96DF9CF63}">
      <dgm:prSet/>
      <dgm:spPr/>
      <dgm:t>
        <a:bodyPr/>
        <a:lstStyle/>
        <a:p>
          <a:endParaRPr lang="zh-CN" altLang="en-US"/>
        </a:p>
      </dgm:t>
    </dgm:pt>
    <dgm:pt modelId="{A4ADA986-2EBC-4046-848A-5B7BAA4F70DC}" type="sibTrans" cxnId="{CCFD696F-06E0-4344-A808-C2D96DF9CF63}">
      <dgm:prSet/>
      <dgm:spPr/>
      <dgm:t>
        <a:bodyPr/>
        <a:lstStyle/>
        <a:p>
          <a:endParaRPr lang="zh-CN" altLang="en-US"/>
        </a:p>
      </dgm:t>
    </dgm:pt>
    <dgm:pt modelId="{98B9B6B8-9735-42A8-A176-FF4408412DA2}">
      <dgm:prSet phldrT="[文本]"/>
      <dgm:spPr>
        <a:solidFill>
          <a:srgbClr val="00B0F0"/>
        </a:solidFill>
      </dgm:spPr>
      <dgm:t>
        <a:bodyPr/>
        <a:lstStyle/>
        <a:p>
          <a:endParaRPr lang="zh-CN" altLang="en-US" dirty="0"/>
        </a:p>
      </dgm:t>
    </dgm:pt>
    <dgm:pt modelId="{949F26F1-332F-4C24-A7E7-D2001709DD20}" type="parTrans" cxnId="{847C9C40-36A2-4CEB-BAAC-201F9BAFE890}">
      <dgm:prSet/>
      <dgm:spPr/>
      <dgm:t>
        <a:bodyPr/>
        <a:lstStyle/>
        <a:p>
          <a:endParaRPr lang="zh-CN" altLang="en-US"/>
        </a:p>
      </dgm:t>
    </dgm:pt>
    <dgm:pt modelId="{BC340D87-CBCA-40CC-93C9-E8242770174F}" type="sibTrans" cxnId="{847C9C40-36A2-4CEB-BAAC-201F9BAFE890}">
      <dgm:prSet/>
      <dgm:spPr/>
      <dgm:t>
        <a:bodyPr/>
        <a:lstStyle/>
        <a:p>
          <a:endParaRPr lang="zh-CN" altLang="en-US"/>
        </a:p>
      </dgm:t>
    </dgm:pt>
    <dgm:pt modelId="{E93AD451-6075-4C0A-A166-25698DFCCA38}">
      <dgm:prSet phldrT="[文本]" custT="1"/>
      <dgm:spPr>
        <a:solidFill>
          <a:schemeClr val="accent3"/>
        </a:solidFill>
      </dgm:spPr>
      <dgm:t>
        <a:bodyPr/>
        <a:lstStyle/>
        <a:p>
          <a:endParaRPr lang="zh-CN" altLang="en-US" sz="1800" dirty="0"/>
        </a:p>
      </dgm:t>
    </dgm:pt>
    <dgm:pt modelId="{C24CCB71-D149-4D90-A2A5-1FC93B5B97C4}" type="sibTrans" cxnId="{E7C82B79-3355-4BF5-B3DA-F4F5084B3C3D}">
      <dgm:prSet/>
      <dgm:spPr/>
      <dgm:t>
        <a:bodyPr/>
        <a:lstStyle/>
        <a:p>
          <a:endParaRPr lang="zh-CN" altLang="en-US"/>
        </a:p>
      </dgm:t>
    </dgm:pt>
    <dgm:pt modelId="{50B4D2EF-272B-4D51-AED5-CFCC41BDBE0F}" type="parTrans" cxnId="{E7C82B79-3355-4BF5-B3DA-F4F5084B3C3D}">
      <dgm:prSet/>
      <dgm:spPr/>
      <dgm:t>
        <a:bodyPr/>
        <a:lstStyle/>
        <a:p>
          <a:endParaRPr lang="zh-CN" altLang="en-US"/>
        </a:p>
      </dgm:t>
    </dgm:pt>
    <dgm:pt modelId="{F6EEE402-26CB-4840-B4A3-55A1281B6319}" type="pres">
      <dgm:prSet presAssocID="{2EE39354-7FC4-44FB-9046-CD0CFBFC6F3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E15348B-0866-4634-ABD8-50F930AB5ACD}" type="pres">
      <dgm:prSet presAssocID="{2EE39354-7FC4-44FB-9046-CD0CFBFC6F3F}" presName="matrix" presStyleCnt="0"/>
      <dgm:spPr/>
    </dgm:pt>
    <dgm:pt modelId="{8305D102-9045-4AA6-B1D0-D90FCD0F2374}" type="pres">
      <dgm:prSet presAssocID="{2EE39354-7FC4-44FB-9046-CD0CFBFC6F3F}" presName="tile1" presStyleLbl="node1" presStyleIdx="0" presStyleCnt="4"/>
      <dgm:spPr/>
    </dgm:pt>
    <dgm:pt modelId="{61451418-F681-4437-AA86-8B75B5EF08A7}" type="pres">
      <dgm:prSet presAssocID="{2EE39354-7FC4-44FB-9046-CD0CFBFC6F3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D896A81-7729-40FA-BE47-D4EF72C47AC3}" type="pres">
      <dgm:prSet presAssocID="{2EE39354-7FC4-44FB-9046-CD0CFBFC6F3F}" presName="tile2" presStyleLbl="node1" presStyleIdx="1" presStyleCnt="4" custLinFactNeighborX="0"/>
      <dgm:spPr/>
    </dgm:pt>
    <dgm:pt modelId="{ED7EB531-54DF-4E2A-9FA1-195869EF4A8D}" type="pres">
      <dgm:prSet presAssocID="{2EE39354-7FC4-44FB-9046-CD0CFBFC6F3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1110065-7992-45A8-947C-8E669FBDCC2B}" type="pres">
      <dgm:prSet presAssocID="{2EE39354-7FC4-44FB-9046-CD0CFBFC6F3F}" presName="tile3" presStyleLbl="node1" presStyleIdx="2" presStyleCnt="4" custLinFactNeighborX="94" custLinFactNeighborY="-1449"/>
      <dgm:spPr/>
    </dgm:pt>
    <dgm:pt modelId="{C2CF1DA7-6236-4AA7-8702-E99EECE55C57}" type="pres">
      <dgm:prSet presAssocID="{2EE39354-7FC4-44FB-9046-CD0CFBFC6F3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434C23E-BD74-481F-82C5-1A9B14726923}" type="pres">
      <dgm:prSet presAssocID="{2EE39354-7FC4-44FB-9046-CD0CFBFC6F3F}" presName="tile4" presStyleLbl="node1" presStyleIdx="3" presStyleCnt="4"/>
      <dgm:spPr/>
    </dgm:pt>
    <dgm:pt modelId="{6D3D81D1-AAFF-46F1-BC20-91EE88EBC166}" type="pres">
      <dgm:prSet presAssocID="{2EE39354-7FC4-44FB-9046-CD0CFBFC6F3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7A9E53ED-7DA3-4121-8C61-7680C40B25C9}" type="pres">
      <dgm:prSet presAssocID="{2EE39354-7FC4-44FB-9046-CD0CFBFC6F3F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4040EA35-216F-4D56-80CB-1257ACC1F23F}" type="presOf" srcId="{2EE39354-7FC4-44FB-9046-CD0CFBFC6F3F}" destId="{F6EEE402-26CB-4840-B4A3-55A1281B6319}" srcOrd="0" destOrd="0" presId="urn:microsoft.com/office/officeart/2005/8/layout/matrix1#1"/>
    <dgm:cxn modelId="{74DA7F37-1AA8-42FD-936C-FF903F03C5AB}" type="presOf" srcId="{7E58225A-08ED-4A90-9599-48FB20A68691}" destId="{8305D102-9045-4AA6-B1D0-D90FCD0F2374}" srcOrd="0" destOrd="0" presId="urn:microsoft.com/office/officeart/2005/8/layout/matrix1#1"/>
    <dgm:cxn modelId="{847C9C40-36A2-4CEB-BAAC-201F9BAFE890}" srcId="{3DEA5C47-C9E4-4883-BFDD-CBB062E03000}" destId="{98B9B6B8-9735-42A8-A176-FF4408412DA2}" srcOrd="3" destOrd="0" parTransId="{949F26F1-332F-4C24-A7E7-D2001709DD20}" sibTransId="{BC340D87-CBCA-40CC-93C9-E8242770174F}"/>
    <dgm:cxn modelId="{CCFD696F-06E0-4344-A808-C2D96DF9CF63}" srcId="{3DEA5C47-C9E4-4883-BFDD-CBB062E03000}" destId="{71F72743-8C8D-48A7-91BA-59A2CBE57C10}" srcOrd="2" destOrd="0" parTransId="{FD8B783F-C932-4EB1-B05C-F24CD553D02F}" sibTransId="{A4ADA986-2EBC-4046-848A-5B7BAA4F70DC}"/>
    <dgm:cxn modelId="{18517971-B125-4AF0-8C1B-43EBBB58F71C}" type="presOf" srcId="{E93AD451-6075-4C0A-A166-25698DFCCA38}" destId="{ED7EB531-54DF-4E2A-9FA1-195869EF4A8D}" srcOrd="1" destOrd="0" presId="urn:microsoft.com/office/officeart/2005/8/layout/matrix1#1"/>
    <dgm:cxn modelId="{E7C82B79-3355-4BF5-B3DA-F4F5084B3C3D}" srcId="{3DEA5C47-C9E4-4883-BFDD-CBB062E03000}" destId="{E93AD451-6075-4C0A-A166-25698DFCCA38}" srcOrd="1" destOrd="0" parTransId="{50B4D2EF-272B-4D51-AED5-CFCC41BDBE0F}" sibTransId="{C24CCB71-D149-4D90-A2A5-1FC93B5B97C4}"/>
    <dgm:cxn modelId="{88F56D5A-063C-46D0-95F4-978D0E8C19CC}" type="presOf" srcId="{E93AD451-6075-4C0A-A166-25698DFCCA38}" destId="{4D896A81-7729-40FA-BE47-D4EF72C47AC3}" srcOrd="0" destOrd="0" presId="urn:microsoft.com/office/officeart/2005/8/layout/matrix1#1"/>
    <dgm:cxn modelId="{0BCF8981-82B6-4D18-B3F8-237328307C10}" type="presOf" srcId="{98B9B6B8-9735-42A8-A176-FF4408412DA2}" destId="{6D3D81D1-AAFF-46F1-BC20-91EE88EBC166}" srcOrd="1" destOrd="0" presId="urn:microsoft.com/office/officeart/2005/8/layout/matrix1#1"/>
    <dgm:cxn modelId="{143ABC86-2A3C-427F-8A98-A0DBD100E58D}" type="presOf" srcId="{3DEA5C47-C9E4-4883-BFDD-CBB062E03000}" destId="{7A9E53ED-7DA3-4121-8C61-7680C40B25C9}" srcOrd="0" destOrd="0" presId="urn:microsoft.com/office/officeart/2005/8/layout/matrix1#1"/>
    <dgm:cxn modelId="{2F8E9A8D-67A3-4DFE-A390-E437AA309429}" type="presOf" srcId="{71F72743-8C8D-48A7-91BA-59A2CBE57C10}" destId="{D1110065-7992-45A8-947C-8E669FBDCC2B}" srcOrd="0" destOrd="0" presId="urn:microsoft.com/office/officeart/2005/8/layout/matrix1#1"/>
    <dgm:cxn modelId="{45331B92-7C7E-4D66-9D42-28B884BE7C5A}" srcId="{3DEA5C47-C9E4-4883-BFDD-CBB062E03000}" destId="{7E58225A-08ED-4A90-9599-48FB20A68691}" srcOrd="0" destOrd="0" parTransId="{A2256632-E2A9-4188-A040-B59B08CFF6E9}" sibTransId="{1E9F96A3-FCF2-4B9A-8C7D-83A239F2B961}"/>
    <dgm:cxn modelId="{13ABBBA2-421E-4069-9D8A-51E0CC0FBD12}" type="presOf" srcId="{71F72743-8C8D-48A7-91BA-59A2CBE57C10}" destId="{C2CF1DA7-6236-4AA7-8702-E99EECE55C57}" srcOrd="1" destOrd="0" presId="urn:microsoft.com/office/officeart/2005/8/layout/matrix1#1"/>
    <dgm:cxn modelId="{FCF268BF-E12B-4EEF-9C29-4E2769281871}" type="presOf" srcId="{98B9B6B8-9735-42A8-A176-FF4408412DA2}" destId="{0434C23E-BD74-481F-82C5-1A9B14726923}" srcOrd="0" destOrd="0" presId="urn:microsoft.com/office/officeart/2005/8/layout/matrix1#1"/>
    <dgm:cxn modelId="{3B6267C9-A573-4C17-83CB-4D89FD9BF93E}" type="presOf" srcId="{7E58225A-08ED-4A90-9599-48FB20A68691}" destId="{61451418-F681-4437-AA86-8B75B5EF08A7}" srcOrd="1" destOrd="0" presId="urn:microsoft.com/office/officeart/2005/8/layout/matrix1#1"/>
    <dgm:cxn modelId="{1D1E66D7-C305-4CED-B9AA-1E03E554F070}" srcId="{2EE39354-7FC4-44FB-9046-CD0CFBFC6F3F}" destId="{3DEA5C47-C9E4-4883-BFDD-CBB062E03000}" srcOrd="0" destOrd="0" parTransId="{CE0D0934-F56E-4111-A842-97DCA3152981}" sibTransId="{863C9D10-880A-4039-AE0E-66481A0DBCDA}"/>
    <dgm:cxn modelId="{5519F5FB-2EE1-4ABD-BCEB-CAA2544BFE43}" type="presParOf" srcId="{F6EEE402-26CB-4840-B4A3-55A1281B6319}" destId="{AE15348B-0866-4634-ABD8-50F930AB5ACD}" srcOrd="0" destOrd="0" presId="urn:microsoft.com/office/officeart/2005/8/layout/matrix1#1"/>
    <dgm:cxn modelId="{3D5C4B58-6D24-4E88-8CBE-F7AEC4791DC1}" type="presParOf" srcId="{AE15348B-0866-4634-ABD8-50F930AB5ACD}" destId="{8305D102-9045-4AA6-B1D0-D90FCD0F2374}" srcOrd="0" destOrd="0" presId="urn:microsoft.com/office/officeart/2005/8/layout/matrix1#1"/>
    <dgm:cxn modelId="{42E1B5DE-1E7E-4E9C-AF2C-F60AD5E63DEA}" type="presParOf" srcId="{AE15348B-0866-4634-ABD8-50F930AB5ACD}" destId="{61451418-F681-4437-AA86-8B75B5EF08A7}" srcOrd="1" destOrd="0" presId="urn:microsoft.com/office/officeart/2005/8/layout/matrix1#1"/>
    <dgm:cxn modelId="{9F5C16B9-A9D7-4D11-97F7-B54ED4442F17}" type="presParOf" srcId="{AE15348B-0866-4634-ABD8-50F930AB5ACD}" destId="{4D896A81-7729-40FA-BE47-D4EF72C47AC3}" srcOrd="2" destOrd="0" presId="urn:microsoft.com/office/officeart/2005/8/layout/matrix1#1"/>
    <dgm:cxn modelId="{FC67D5CD-2F5D-42DD-BB73-A85692CE964B}" type="presParOf" srcId="{AE15348B-0866-4634-ABD8-50F930AB5ACD}" destId="{ED7EB531-54DF-4E2A-9FA1-195869EF4A8D}" srcOrd="3" destOrd="0" presId="urn:microsoft.com/office/officeart/2005/8/layout/matrix1#1"/>
    <dgm:cxn modelId="{471A81D1-34B4-4A9E-B50F-60C73B3A51AD}" type="presParOf" srcId="{AE15348B-0866-4634-ABD8-50F930AB5ACD}" destId="{D1110065-7992-45A8-947C-8E669FBDCC2B}" srcOrd="4" destOrd="0" presId="urn:microsoft.com/office/officeart/2005/8/layout/matrix1#1"/>
    <dgm:cxn modelId="{7F94A72C-D6DA-41D2-9C20-E78FE51055FF}" type="presParOf" srcId="{AE15348B-0866-4634-ABD8-50F930AB5ACD}" destId="{C2CF1DA7-6236-4AA7-8702-E99EECE55C57}" srcOrd="5" destOrd="0" presId="urn:microsoft.com/office/officeart/2005/8/layout/matrix1#1"/>
    <dgm:cxn modelId="{28406F43-CB5B-4CDF-BAD7-9379126C14C4}" type="presParOf" srcId="{AE15348B-0866-4634-ABD8-50F930AB5ACD}" destId="{0434C23E-BD74-481F-82C5-1A9B14726923}" srcOrd="6" destOrd="0" presId="urn:microsoft.com/office/officeart/2005/8/layout/matrix1#1"/>
    <dgm:cxn modelId="{95BE6C86-3E74-4299-BF1D-960D4749B445}" type="presParOf" srcId="{AE15348B-0866-4634-ABD8-50F930AB5ACD}" destId="{6D3D81D1-AAFF-46F1-BC20-91EE88EBC166}" srcOrd="7" destOrd="0" presId="urn:microsoft.com/office/officeart/2005/8/layout/matrix1#1"/>
    <dgm:cxn modelId="{C17246CE-DB4F-41DC-AB70-6D7FDA80C7D7}" type="presParOf" srcId="{F6EEE402-26CB-4840-B4A3-55A1281B6319}" destId="{7A9E53ED-7DA3-4121-8C61-7680C40B25C9}" srcOrd="1" destOrd="0" presId="urn:microsoft.com/office/officeart/2005/8/layout/matrix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0A8DE6-32A2-40CC-A01F-EC38C7420047}" type="doc">
      <dgm:prSet loTypeId="urn:microsoft.com/office/officeart/2005/8/layout/chevron2" loCatId="list" qsTypeId="urn:microsoft.com/office/officeart/2005/8/quickstyle/3d1#2" qsCatId="3D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0163D35B-3A45-43B1-85C2-B4EFFBB7B23C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E84A5448-A702-4397-88EE-2EF13C0DDBFE}" type="par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77370586-FF03-4434-B632-CFE232E91208}" type="sib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14A8F7D3-7FED-492F-9C61-71FD199FB23B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gm:t>
    </dgm:pt>
    <dgm:pt modelId="{DB23FFED-7F6C-4EB8-9289-9BAAF8189E41}" type="par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5001DC26-67B7-4D22-A9D5-BEADC8412216}" type="sib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4EFB14D4-264A-4BBE-A041-9D67CB9C9DB3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82F6286C-9230-4BF3-927C-15EB13162A03}" type="par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16BE8BFC-0E88-48C9-B5C0-1950D11E2914}" type="sib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60B80331-A55C-4A50-9E64-D01AD0BB839D}">
      <dgm:prSet phldrT="[文本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gm:t>
    </dgm:pt>
    <dgm:pt modelId="{053057A8-700D-4844-9A50-572046AFB7C3}" type="par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8F6F07D8-D636-4636-829F-04B7054F537D}" type="sib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EE494892-399A-442D-9086-7161C8C13371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47BCED53-E51B-437A-9BD3-32288561075C}" type="par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A730A76D-534A-491F-A969-B5463D8B941D}" type="sib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BA3114B3-09AF-493A-87DE-30B928FEBEE6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gm:t>
    </dgm:pt>
    <dgm:pt modelId="{2FD0189A-9003-4F05-935B-D2C1970F918B}" type="par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9DC38F66-8CD5-4422-A1CE-1B789F8A9136}" type="sib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6C3CD719-6D94-4D46-A2D8-B37E59331E09}" type="pres">
      <dgm:prSet presAssocID="{9F0A8DE6-32A2-40CC-A01F-EC38C7420047}" presName="linearFlow" presStyleCnt="0">
        <dgm:presLayoutVars>
          <dgm:dir/>
          <dgm:animLvl val="lvl"/>
          <dgm:resizeHandles val="exact"/>
        </dgm:presLayoutVars>
      </dgm:prSet>
      <dgm:spPr/>
    </dgm:pt>
    <dgm:pt modelId="{362F52E8-4FE6-4254-808E-DCBEFA4438E0}" type="pres">
      <dgm:prSet presAssocID="{0163D35B-3A45-43B1-85C2-B4EFFBB7B23C}" presName="composite" presStyleCnt="0"/>
      <dgm:spPr/>
    </dgm:pt>
    <dgm:pt modelId="{37C7B733-EDED-4E13-B9D8-1469F0296C55}" type="pres">
      <dgm:prSet presAssocID="{0163D35B-3A45-43B1-85C2-B4EFFBB7B23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CA46D1E-3AAD-4428-8B86-FD865355E5E6}" type="pres">
      <dgm:prSet presAssocID="{0163D35B-3A45-43B1-85C2-B4EFFBB7B23C}" presName="descendantText" presStyleLbl="alignAcc1" presStyleIdx="0" presStyleCnt="3">
        <dgm:presLayoutVars>
          <dgm:bulletEnabled val="1"/>
        </dgm:presLayoutVars>
      </dgm:prSet>
      <dgm:spPr/>
    </dgm:pt>
    <dgm:pt modelId="{35C23BBF-1E8F-4C7C-972D-AA2C8441F864}" type="pres">
      <dgm:prSet presAssocID="{77370586-FF03-4434-B632-CFE232E91208}" presName="sp" presStyleCnt="0"/>
      <dgm:spPr/>
    </dgm:pt>
    <dgm:pt modelId="{DF3651B3-F4F1-4778-8FAE-484C9DCA1F66}" type="pres">
      <dgm:prSet presAssocID="{4EFB14D4-264A-4BBE-A041-9D67CB9C9DB3}" presName="composite" presStyleCnt="0"/>
      <dgm:spPr/>
    </dgm:pt>
    <dgm:pt modelId="{96C0DFC8-CDC3-4ACC-BBBE-1920C1F76CA8}" type="pres">
      <dgm:prSet presAssocID="{4EFB14D4-264A-4BBE-A041-9D67CB9C9DB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4DE3D85-63A8-46F5-A34C-D2233BEE4EF8}" type="pres">
      <dgm:prSet presAssocID="{4EFB14D4-264A-4BBE-A041-9D67CB9C9DB3}" presName="descendantText" presStyleLbl="alignAcc1" presStyleIdx="1" presStyleCnt="3">
        <dgm:presLayoutVars>
          <dgm:bulletEnabled val="1"/>
        </dgm:presLayoutVars>
      </dgm:prSet>
      <dgm:spPr/>
    </dgm:pt>
    <dgm:pt modelId="{47F699D5-5A87-45D4-88EF-BAE6EC649CFB}" type="pres">
      <dgm:prSet presAssocID="{16BE8BFC-0E88-48C9-B5C0-1950D11E2914}" presName="sp" presStyleCnt="0"/>
      <dgm:spPr/>
    </dgm:pt>
    <dgm:pt modelId="{7B41A698-360D-492A-B2F3-0119F80572F1}" type="pres">
      <dgm:prSet presAssocID="{EE494892-399A-442D-9086-7161C8C13371}" presName="composite" presStyleCnt="0"/>
      <dgm:spPr/>
    </dgm:pt>
    <dgm:pt modelId="{561E45E6-AD4F-4785-9C34-0546C11782A5}" type="pres">
      <dgm:prSet presAssocID="{EE494892-399A-442D-9086-7161C8C1337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09E08D5-FB07-43AB-90E7-4239CD80B8D6}" type="pres">
      <dgm:prSet presAssocID="{EE494892-399A-442D-9086-7161C8C1337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143CF0D-F7AC-4629-B0E9-5DC4B7C8ABD3}" srcId="{EE494892-399A-442D-9086-7161C8C13371}" destId="{BA3114B3-09AF-493A-87DE-30B928FEBEE6}" srcOrd="0" destOrd="0" parTransId="{2FD0189A-9003-4F05-935B-D2C1970F918B}" sibTransId="{9DC38F66-8CD5-4422-A1CE-1B789F8A9136}"/>
    <dgm:cxn modelId="{63C31718-D7F7-492C-94CD-10B74917C62F}" type="presOf" srcId="{9F0A8DE6-32A2-40CC-A01F-EC38C7420047}" destId="{6C3CD719-6D94-4D46-A2D8-B37E59331E09}" srcOrd="0" destOrd="0" presId="urn:microsoft.com/office/officeart/2005/8/layout/chevron2"/>
    <dgm:cxn modelId="{6CA82933-2C81-487D-BC4D-F404F0BAE2AA}" srcId="{9F0A8DE6-32A2-40CC-A01F-EC38C7420047}" destId="{4EFB14D4-264A-4BBE-A041-9D67CB9C9DB3}" srcOrd="1" destOrd="0" parTransId="{82F6286C-9230-4BF3-927C-15EB13162A03}" sibTransId="{16BE8BFC-0E88-48C9-B5C0-1950D11E2914}"/>
    <dgm:cxn modelId="{833FC369-B96E-431E-A166-4CB5803A15FF}" srcId="{0163D35B-3A45-43B1-85C2-B4EFFBB7B23C}" destId="{14A8F7D3-7FED-492F-9C61-71FD199FB23B}" srcOrd="0" destOrd="0" parTransId="{DB23FFED-7F6C-4EB8-9289-9BAAF8189E41}" sibTransId="{5001DC26-67B7-4D22-A9D5-BEADC8412216}"/>
    <dgm:cxn modelId="{CECF774F-2747-4FF1-B29F-304408C21A93}" type="presOf" srcId="{0163D35B-3A45-43B1-85C2-B4EFFBB7B23C}" destId="{37C7B733-EDED-4E13-B9D8-1469F0296C55}" srcOrd="0" destOrd="0" presId="urn:microsoft.com/office/officeart/2005/8/layout/chevron2"/>
    <dgm:cxn modelId="{DDCB2B52-DECC-4358-BFC7-53043053373D}" srcId="{9F0A8DE6-32A2-40CC-A01F-EC38C7420047}" destId="{0163D35B-3A45-43B1-85C2-B4EFFBB7B23C}" srcOrd="0" destOrd="0" parTransId="{E84A5448-A702-4397-88EE-2EF13C0DDBFE}" sibTransId="{77370586-FF03-4434-B632-CFE232E91208}"/>
    <dgm:cxn modelId="{45781288-4FA5-4B9A-A63A-089C0611D885}" type="presOf" srcId="{4EFB14D4-264A-4BBE-A041-9D67CB9C9DB3}" destId="{96C0DFC8-CDC3-4ACC-BBBE-1920C1F76CA8}" srcOrd="0" destOrd="0" presId="urn:microsoft.com/office/officeart/2005/8/layout/chevron2"/>
    <dgm:cxn modelId="{08405AA3-B6FE-4E40-B289-E88F14D5EA12}" type="presOf" srcId="{EE494892-399A-442D-9086-7161C8C13371}" destId="{561E45E6-AD4F-4785-9C34-0546C11782A5}" srcOrd="0" destOrd="0" presId="urn:microsoft.com/office/officeart/2005/8/layout/chevron2"/>
    <dgm:cxn modelId="{308418B2-4FCD-46C5-AB61-011EDE5E9C74}" type="presOf" srcId="{14A8F7D3-7FED-492F-9C61-71FD199FB23B}" destId="{7CA46D1E-3AAD-4428-8B86-FD865355E5E6}" srcOrd="0" destOrd="0" presId="urn:microsoft.com/office/officeart/2005/8/layout/chevron2"/>
    <dgm:cxn modelId="{8DD6F9B3-CC65-4752-A2F3-2D882DED6F61}" srcId="{9F0A8DE6-32A2-40CC-A01F-EC38C7420047}" destId="{EE494892-399A-442D-9086-7161C8C13371}" srcOrd="2" destOrd="0" parTransId="{47BCED53-E51B-437A-9BD3-32288561075C}" sibTransId="{A730A76D-534A-491F-A969-B5463D8B941D}"/>
    <dgm:cxn modelId="{4AC269B6-1110-4ED7-B9A0-0D703DD8D4A5}" type="presOf" srcId="{60B80331-A55C-4A50-9E64-D01AD0BB839D}" destId="{F4DE3D85-63A8-46F5-A34C-D2233BEE4EF8}" srcOrd="0" destOrd="0" presId="urn:microsoft.com/office/officeart/2005/8/layout/chevron2"/>
    <dgm:cxn modelId="{7058ECD7-B275-4041-929D-B134CDAB5476}" type="presOf" srcId="{BA3114B3-09AF-493A-87DE-30B928FEBEE6}" destId="{109E08D5-FB07-43AB-90E7-4239CD80B8D6}" srcOrd="0" destOrd="0" presId="urn:microsoft.com/office/officeart/2005/8/layout/chevron2"/>
    <dgm:cxn modelId="{3686A8FF-197F-4D74-BE90-98472E3F956D}" srcId="{4EFB14D4-264A-4BBE-A041-9D67CB9C9DB3}" destId="{60B80331-A55C-4A50-9E64-D01AD0BB839D}" srcOrd="0" destOrd="0" parTransId="{053057A8-700D-4844-9A50-572046AFB7C3}" sibTransId="{8F6F07D8-D636-4636-829F-04B7054F537D}"/>
    <dgm:cxn modelId="{CF534572-189E-4A3E-B66F-E6AE8579DA02}" type="presParOf" srcId="{6C3CD719-6D94-4D46-A2D8-B37E59331E09}" destId="{362F52E8-4FE6-4254-808E-DCBEFA4438E0}" srcOrd="0" destOrd="0" presId="urn:microsoft.com/office/officeart/2005/8/layout/chevron2"/>
    <dgm:cxn modelId="{81112AD4-559A-44FB-B48B-1D3853DF02AF}" type="presParOf" srcId="{362F52E8-4FE6-4254-808E-DCBEFA4438E0}" destId="{37C7B733-EDED-4E13-B9D8-1469F0296C55}" srcOrd="0" destOrd="0" presId="urn:microsoft.com/office/officeart/2005/8/layout/chevron2"/>
    <dgm:cxn modelId="{990920EF-C60E-49FA-96D7-5DCD73E0F3E1}" type="presParOf" srcId="{362F52E8-4FE6-4254-808E-DCBEFA4438E0}" destId="{7CA46D1E-3AAD-4428-8B86-FD865355E5E6}" srcOrd="1" destOrd="0" presId="urn:microsoft.com/office/officeart/2005/8/layout/chevron2"/>
    <dgm:cxn modelId="{642604BD-F304-4F44-B4DC-EEFFBF0CDCB2}" type="presParOf" srcId="{6C3CD719-6D94-4D46-A2D8-B37E59331E09}" destId="{35C23BBF-1E8F-4C7C-972D-AA2C8441F864}" srcOrd="1" destOrd="0" presId="urn:microsoft.com/office/officeart/2005/8/layout/chevron2"/>
    <dgm:cxn modelId="{0573A347-2E2A-4CA7-99E3-A68E94B312D5}" type="presParOf" srcId="{6C3CD719-6D94-4D46-A2D8-B37E59331E09}" destId="{DF3651B3-F4F1-4778-8FAE-484C9DCA1F66}" srcOrd="2" destOrd="0" presId="urn:microsoft.com/office/officeart/2005/8/layout/chevron2"/>
    <dgm:cxn modelId="{A0B25F53-25B0-43CB-B707-56559AD08CD9}" type="presParOf" srcId="{DF3651B3-F4F1-4778-8FAE-484C9DCA1F66}" destId="{96C0DFC8-CDC3-4ACC-BBBE-1920C1F76CA8}" srcOrd="0" destOrd="0" presId="urn:microsoft.com/office/officeart/2005/8/layout/chevron2"/>
    <dgm:cxn modelId="{4592C3DA-9350-4A4D-9474-11BBC0A4D664}" type="presParOf" srcId="{DF3651B3-F4F1-4778-8FAE-484C9DCA1F66}" destId="{F4DE3D85-63A8-46F5-A34C-D2233BEE4EF8}" srcOrd="1" destOrd="0" presId="urn:microsoft.com/office/officeart/2005/8/layout/chevron2"/>
    <dgm:cxn modelId="{C99BB27E-687B-487E-93C8-BEC2B22519B4}" type="presParOf" srcId="{6C3CD719-6D94-4D46-A2D8-B37E59331E09}" destId="{47F699D5-5A87-45D4-88EF-BAE6EC649CFB}" srcOrd="3" destOrd="0" presId="urn:microsoft.com/office/officeart/2005/8/layout/chevron2"/>
    <dgm:cxn modelId="{0D19E972-8558-4F9A-AC50-FF50BDBA83EF}" type="presParOf" srcId="{6C3CD719-6D94-4D46-A2D8-B37E59331E09}" destId="{7B41A698-360D-492A-B2F3-0119F80572F1}" srcOrd="4" destOrd="0" presId="urn:microsoft.com/office/officeart/2005/8/layout/chevron2"/>
    <dgm:cxn modelId="{D942D828-8256-4DCF-B1AF-8E3BB43C0835}" type="presParOf" srcId="{7B41A698-360D-492A-B2F3-0119F80572F1}" destId="{561E45E6-AD4F-4785-9C34-0546C11782A5}" srcOrd="0" destOrd="0" presId="urn:microsoft.com/office/officeart/2005/8/layout/chevron2"/>
    <dgm:cxn modelId="{F5A36708-FE01-4592-B6C1-16146D032038}" type="presParOf" srcId="{7B41A698-360D-492A-B2F3-0119F80572F1}" destId="{109E08D5-FB07-43AB-90E7-4239CD80B8D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0A8DE6-32A2-40CC-A01F-EC38C7420047}" type="doc">
      <dgm:prSet loTypeId="urn:microsoft.com/office/officeart/2005/8/layout/chevron2" loCatId="list" qsTypeId="urn:microsoft.com/office/officeart/2005/8/quickstyle/3d1#3" qsCatId="3D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0163D35B-3A45-43B1-85C2-B4EFFBB7B23C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E84A5448-A702-4397-88EE-2EF13C0DDBFE}" type="par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77370586-FF03-4434-B632-CFE232E91208}" type="sibTrans" cxnId="{DDCB2B52-DECC-4358-BFC7-53043053373D}">
      <dgm:prSet/>
      <dgm:spPr/>
      <dgm:t>
        <a:bodyPr/>
        <a:lstStyle/>
        <a:p>
          <a:endParaRPr lang="zh-CN" altLang="en-US"/>
        </a:p>
      </dgm:t>
    </dgm:pt>
    <dgm:pt modelId="{14A8F7D3-7FED-492F-9C61-71FD199FB23B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gm:t>
    </dgm:pt>
    <dgm:pt modelId="{DB23FFED-7F6C-4EB8-9289-9BAAF8189E41}" type="par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5001DC26-67B7-4D22-A9D5-BEADC8412216}" type="sibTrans" cxnId="{833FC369-B96E-431E-A166-4CB5803A15FF}">
      <dgm:prSet/>
      <dgm:spPr/>
      <dgm:t>
        <a:bodyPr/>
        <a:lstStyle/>
        <a:p>
          <a:endParaRPr lang="zh-CN" altLang="en-US"/>
        </a:p>
      </dgm:t>
    </dgm:pt>
    <dgm:pt modelId="{4EFB14D4-264A-4BBE-A041-9D67CB9C9DB3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82F6286C-9230-4BF3-927C-15EB13162A03}" type="par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16BE8BFC-0E88-48C9-B5C0-1950D11E2914}" type="sibTrans" cxnId="{6CA82933-2C81-487D-BC4D-F404F0BAE2AA}">
      <dgm:prSet/>
      <dgm:spPr/>
      <dgm:t>
        <a:bodyPr/>
        <a:lstStyle/>
        <a:p>
          <a:endParaRPr lang="zh-CN" altLang="en-US"/>
        </a:p>
      </dgm:t>
    </dgm:pt>
    <dgm:pt modelId="{60B80331-A55C-4A50-9E64-D01AD0BB839D}">
      <dgm:prSet phldrT="[文本]" custT="1"/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gm:t>
    </dgm:pt>
    <dgm:pt modelId="{053057A8-700D-4844-9A50-572046AFB7C3}" type="par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8F6F07D8-D636-4636-829F-04B7054F537D}" type="sibTrans" cxnId="{3686A8FF-197F-4D74-BE90-98472E3F956D}">
      <dgm:prSet/>
      <dgm:spPr/>
      <dgm:t>
        <a:bodyPr/>
        <a:lstStyle/>
        <a:p>
          <a:endParaRPr lang="zh-CN" altLang="en-US"/>
        </a:p>
      </dgm:t>
    </dgm:pt>
    <dgm:pt modelId="{EE494892-399A-442D-9086-7161C8C13371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47BCED53-E51B-437A-9BD3-32288561075C}" type="par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A730A76D-534A-491F-A969-B5463D8B941D}" type="sibTrans" cxnId="{8DD6F9B3-CC65-4752-A2F3-2D882DED6F61}">
      <dgm:prSet/>
      <dgm:spPr/>
      <dgm:t>
        <a:bodyPr/>
        <a:lstStyle/>
        <a:p>
          <a:endParaRPr lang="zh-CN" altLang="en-US"/>
        </a:p>
      </dgm:t>
    </dgm:pt>
    <dgm:pt modelId="{BA3114B3-09AF-493A-87DE-30B928FEBEE6}">
      <dgm:prSet phldrT="[文本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gm:t>
    </dgm:pt>
    <dgm:pt modelId="{2FD0189A-9003-4F05-935B-D2C1970F918B}" type="par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9DC38F66-8CD5-4422-A1CE-1B789F8A9136}" type="sibTrans" cxnId="{6143CF0D-F7AC-4629-B0E9-5DC4B7C8ABD3}">
      <dgm:prSet/>
      <dgm:spPr/>
      <dgm:t>
        <a:bodyPr/>
        <a:lstStyle/>
        <a:p>
          <a:endParaRPr lang="zh-CN" altLang="en-US"/>
        </a:p>
      </dgm:t>
    </dgm:pt>
    <dgm:pt modelId="{6C3CD719-6D94-4D46-A2D8-B37E59331E09}" type="pres">
      <dgm:prSet presAssocID="{9F0A8DE6-32A2-40CC-A01F-EC38C7420047}" presName="linearFlow" presStyleCnt="0">
        <dgm:presLayoutVars>
          <dgm:dir/>
          <dgm:animLvl val="lvl"/>
          <dgm:resizeHandles val="exact"/>
        </dgm:presLayoutVars>
      </dgm:prSet>
      <dgm:spPr/>
    </dgm:pt>
    <dgm:pt modelId="{362F52E8-4FE6-4254-808E-DCBEFA4438E0}" type="pres">
      <dgm:prSet presAssocID="{0163D35B-3A45-43B1-85C2-B4EFFBB7B23C}" presName="composite" presStyleCnt="0"/>
      <dgm:spPr/>
    </dgm:pt>
    <dgm:pt modelId="{37C7B733-EDED-4E13-B9D8-1469F0296C55}" type="pres">
      <dgm:prSet presAssocID="{0163D35B-3A45-43B1-85C2-B4EFFBB7B23C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CA46D1E-3AAD-4428-8B86-FD865355E5E6}" type="pres">
      <dgm:prSet presAssocID="{0163D35B-3A45-43B1-85C2-B4EFFBB7B23C}" presName="descendantText" presStyleLbl="alignAcc1" presStyleIdx="0" presStyleCnt="3">
        <dgm:presLayoutVars>
          <dgm:bulletEnabled val="1"/>
        </dgm:presLayoutVars>
      </dgm:prSet>
      <dgm:spPr/>
    </dgm:pt>
    <dgm:pt modelId="{35C23BBF-1E8F-4C7C-972D-AA2C8441F864}" type="pres">
      <dgm:prSet presAssocID="{77370586-FF03-4434-B632-CFE232E91208}" presName="sp" presStyleCnt="0"/>
      <dgm:spPr/>
    </dgm:pt>
    <dgm:pt modelId="{DF3651B3-F4F1-4778-8FAE-484C9DCA1F66}" type="pres">
      <dgm:prSet presAssocID="{4EFB14D4-264A-4BBE-A041-9D67CB9C9DB3}" presName="composite" presStyleCnt="0"/>
      <dgm:spPr/>
    </dgm:pt>
    <dgm:pt modelId="{96C0DFC8-CDC3-4ACC-BBBE-1920C1F76CA8}" type="pres">
      <dgm:prSet presAssocID="{4EFB14D4-264A-4BBE-A041-9D67CB9C9DB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4DE3D85-63A8-46F5-A34C-D2233BEE4EF8}" type="pres">
      <dgm:prSet presAssocID="{4EFB14D4-264A-4BBE-A041-9D67CB9C9DB3}" presName="descendantText" presStyleLbl="alignAcc1" presStyleIdx="1" presStyleCnt="3">
        <dgm:presLayoutVars>
          <dgm:bulletEnabled val="1"/>
        </dgm:presLayoutVars>
      </dgm:prSet>
      <dgm:spPr/>
    </dgm:pt>
    <dgm:pt modelId="{47F699D5-5A87-45D4-88EF-BAE6EC649CFB}" type="pres">
      <dgm:prSet presAssocID="{16BE8BFC-0E88-48C9-B5C0-1950D11E2914}" presName="sp" presStyleCnt="0"/>
      <dgm:spPr/>
    </dgm:pt>
    <dgm:pt modelId="{7B41A698-360D-492A-B2F3-0119F80572F1}" type="pres">
      <dgm:prSet presAssocID="{EE494892-399A-442D-9086-7161C8C13371}" presName="composite" presStyleCnt="0"/>
      <dgm:spPr/>
    </dgm:pt>
    <dgm:pt modelId="{561E45E6-AD4F-4785-9C34-0546C11782A5}" type="pres">
      <dgm:prSet presAssocID="{EE494892-399A-442D-9086-7161C8C1337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09E08D5-FB07-43AB-90E7-4239CD80B8D6}" type="pres">
      <dgm:prSet presAssocID="{EE494892-399A-442D-9086-7161C8C1337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143CF0D-F7AC-4629-B0E9-5DC4B7C8ABD3}" srcId="{EE494892-399A-442D-9086-7161C8C13371}" destId="{BA3114B3-09AF-493A-87DE-30B928FEBEE6}" srcOrd="0" destOrd="0" parTransId="{2FD0189A-9003-4F05-935B-D2C1970F918B}" sibTransId="{9DC38F66-8CD5-4422-A1CE-1B789F8A9136}"/>
    <dgm:cxn modelId="{6CA82933-2C81-487D-BC4D-F404F0BAE2AA}" srcId="{9F0A8DE6-32A2-40CC-A01F-EC38C7420047}" destId="{4EFB14D4-264A-4BBE-A041-9D67CB9C9DB3}" srcOrd="1" destOrd="0" parTransId="{82F6286C-9230-4BF3-927C-15EB13162A03}" sibTransId="{16BE8BFC-0E88-48C9-B5C0-1950D11E2914}"/>
    <dgm:cxn modelId="{ACEE785C-2CA8-43EA-B1F8-299054DE0F1F}" type="presOf" srcId="{4EFB14D4-264A-4BBE-A041-9D67CB9C9DB3}" destId="{96C0DFC8-CDC3-4ACC-BBBE-1920C1F76CA8}" srcOrd="0" destOrd="0" presId="urn:microsoft.com/office/officeart/2005/8/layout/chevron2"/>
    <dgm:cxn modelId="{70336D5D-C203-4BD1-A607-2598866A91C6}" type="presOf" srcId="{0163D35B-3A45-43B1-85C2-B4EFFBB7B23C}" destId="{37C7B733-EDED-4E13-B9D8-1469F0296C55}" srcOrd="0" destOrd="0" presId="urn:microsoft.com/office/officeart/2005/8/layout/chevron2"/>
    <dgm:cxn modelId="{6B7E6F5D-A6D7-4C41-A605-BC3709B42280}" type="presOf" srcId="{60B80331-A55C-4A50-9E64-D01AD0BB839D}" destId="{F4DE3D85-63A8-46F5-A34C-D2233BEE4EF8}" srcOrd="0" destOrd="0" presId="urn:microsoft.com/office/officeart/2005/8/layout/chevron2"/>
    <dgm:cxn modelId="{8CE8AE64-7CD3-4288-B2F6-0A0A00ACC1D0}" type="presOf" srcId="{BA3114B3-09AF-493A-87DE-30B928FEBEE6}" destId="{109E08D5-FB07-43AB-90E7-4239CD80B8D6}" srcOrd="0" destOrd="0" presId="urn:microsoft.com/office/officeart/2005/8/layout/chevron2"/>
    <dgm:cxn modelId="{5AFAB447-1595-48CE-A681-3F10C352E6DC}" type="presOf" srcId="{9F0A8DE6-32A2-40CC-A01F-EC38C7420047}" destId="{6C3CD719-6D94-4D46-A2D8-B37E59331E09}" srcOrd="0" destOrd="0" presId="urn:microsoft.com/office/officeart/2005/8/layout/chevron2"/>
    <dgm:cxn modelId="{833FC369-B96E-431E-A166-4CB5803A15FF}" srcId="{0163D35B-3A45-43B1-85C2-B4EFFBB7B23C}" destId="{14A8F7D3-7FED-492F-9C61-71FD199FB23B}" srcOrd="0" destOrd="0" parTransId="{DB23FFED-7F6C-4EB8-9289-9BAAF8189E41}" sibTransId="{5001DC26-67B7-4D22-A9D5-BEADC8412216}"/>
    <dgm:cxn modelId="{DDCB2B52-DECC-4358-BFC7-53043053373D}" srcId="{9F0A8DE6-32A2-40CC-A01F-EC38C7420047}" destId="{0163D35B-3A45-43B1-85C2-B4EFFBB7B23C}" srcOrd="0" destOrd="0" parTransId="{E84A5448-A702-4397-88EE-2EF13C0DDBFE}" sibTransId="{77370586-FF03-4434-B632-CFE232E91208}"/>
    <dgm:cxn modelId="{8DD6F9B3-CC65-4752-A2F3-2D882DED6F61}" srcId="{9F0A8DE6-32A2-40CC-A01F-EC38C7420047}" destId="{EE494892-399A-442D-9086-7161C8C13371}" srcOrd="2" destOrd="0" parTransId="{47BCED53-E51B-437A-9BD3-32288561075C}" sibTransId="{A730A76D-534A-491F-A969-B5463D8B941D}"/>
    <dgm:cxn modelId="{5738D6BD-3FEC-467A-94D7-5389361768A9}" type="presOf" srcId="{14A8F7D3-7FED-492F-9C61-71FD199FB23B}" destId="{7CA46D1E-3AAD-4428-8B86-FD865355E5E6}" srcOrd="0" destOrd="0" presId="urn:microsoft.com/office/officeart/2005/8/layout/chevron2"/>
    <dgm:cxn modelId="{4D8A9EFE-D784-45DB-BF58-3AEC3B1E83CA}" type="presOf" srcId="{EE494892-399A-442D-9086-7161C8C13371}" destId="{561E45E6-AD4F-4785-9C34-0546C11782A5}" srcOrd="0" destOrd="0" presId="urn:microsoft.com/office/officeart/2005/8/layout/chevron2"/>
    <dgm:cxn modelId="{3686A8FF-197F-4D74-BE90-98472E3F956D}" srcId="{4EFB14D4-264A-4BBE-A041-9D67CB9C9DB3}" destId="{60B80331-A55C-4A50-9E64-D01AD0BB839D}" srcOrd="0" destOrd="0" parTransId="{053057A8-700D-4844-9A50-572046AFB7C3}" sibTransId="{8F6F07D8-D636-4636-829F-04B7054F537D}"/>
    <dgm:cxn modelId="{45A7F0F5-3BCB-48B3-B240-1CA1A20594E9}" type="presParOf" srcId="{6C3CD719-6D94-4D46-A2D8-B37E59331E09}" destId="{362F52E8-4FE6-4254-808E-DCBEFA4438E0}" srcOrd="0" destOrd="0" presId="urn:microsoft.com/office/officeart/2005/8/layout/chevron2"/>
    <dgm:cxn modelId="{69B9B98B-452D-4CEA-9405-933C09F77D71}" type="presParOf" srcId="{362F52E8-4FE6-4254-808E-DCBEFA4438E0}" destId="{37C7B733-EDED-4E13-B9D8-1469F0296C55}" srcOrd="0" destOrd="0" presId="urn:microsoft.com/office/officeart/2005/8/layout/chevron2"/>
    <dgm:cxn modelId="{4ACC524F-F1B4-43E2-A4DA-59346F4B0F5C}" type="presParOf" srcId="{362F52E8-4FE6-4254-808E-DCBEFA4438E0}" destId="{7CA46D1E-3AAD-4428-8B86-FD865355E5E6}" srcOrd="1" destOrd="0" presId="urn:microsoft.com/office/officeart/2005/8/layout/chevron2"/>
    <dgm:cxn modelId="{9CADFFEF-A510-4B02-BFA3-28DF7E707D0A}" type="presParOf" srcId="{6C3CD719-6D94-4D46-A2D8-B37E59331E09}" destId="{35C23BBF-1E8F-4C7C-972D-AA2C8441F864}" srcOrd="1" destOrd="0" presId="urn:microsoft.com/office/officeart/2005/8/layout/chevron2"/>
    <dgm:cxn modelId="{93AC585C-623A-4DF8-B570-F792CA5B76C6}" type="presParOf" srcId="{6C3CD719-6D94-4D46-A2D8-B37E59331E09}" destId="{DF3651B3-F4F1-4778-8FAE-484C9DCA1F66}" srcOrd="2" destOrd="0" presId="urn:microsoft.com/office/officeart/2005/8/layout/chevron2"/>
    <dgm:cxn modelId="{424E6C27-3A85-446F-B674-C9E08A052863}" type="presParOf" srcId="{DF3651B3-F4F1-4778-8FAE-484C9DCA1F66}" destId="{96C0DFC8-CDC3-4ACC-BBBE-1920C1F76CA8}" srcOrd="0" destOrd="0" presId="urn:microsoft.com/office/officeart/2005/8/layout/chevron2"/>
    <dgm:cxn modelId="{45B16614-251B-43B8-B02A-09D3FC096F5E}" type="presParOf" srcId="{DF3651B3-F4F1-4778-8FAE-484C9DCA1F66}" destId="{F4DE3D85-63A8-46F5-A34C-D2233BEE4EF8}" srcOrd="1" destOrd="0" presId="urn:microsoft.com/office/officeart/2005/8/layout/chevron2"/>
    <dgm:cxn modelId="{098861AD-3838-41E7-A15F-8B13A4345587}" type="presParOf" srcId="{6C3CD719-6D94-4D46-A2D8-B37E59331E09}" destId="{47F699D5-5A87-45D4-88EF-BAE6EC649CFB}" srcOrd="3" destOrd="0" presId="urn:microsoft.com/office/officeart/2005/8/layout/chevron2"/>
    <dgm:cxn modelId="{B28BB245-0805-4D25-AD49-7B530EFDFC80}" type="presParOf" srcId="{6C3CD719-6D94-4D46-A2D8-B37E59331E09}" destId="{7B41A698-360D-492A-B2F3-0119F80572F1}" srcOrd="4" destOrd="0" presId="urn:microsoft.com/office/officeart/2005/8/layout/chevron2"/>
    <dgm:cxn modelId="{AB6F2E3D-AE2A-41FC-9A9C-9B84F5B489C4}" type="presParOf" srcId="{7B41A698-360D-492A-B2F3-0119F80572F1}" destId="{561E45E6-AD4F-4785-9C34-0546C11782A5}" srcOrd="0" destOrd="0" presId="urn:microsoft.com/office/officeart/2005/8/layout/chevron2"/>
    <dgm:cxn modelId="{C9621C70-724E-4420-85BC-DF927D3D8188}" type="presParOf" srcId="{7B41A698-360D-492A-B2F3-0119F80572F1}" destId="{109E08D5-FB07-43AB-90E7-4239CD80B8D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7B733-EDED-4E13-B9D8-1469F0296C55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 rot="-5400000">
        <a:off x="1" y="520688"/>
        <a:ext cx="1039018" cy="445294"/>
      </dsp:txXfrm>
    </dsp:sp>
    <dsp:sp modelId="{7CA46D1E-3AAD-4428-8B86-FD865355E5E6}">
      <dsp:nvSpPr>
        <dsp:cNvPr id="0" name=""/>
        <dsp:cNvSpPr/>
      </dsp:nvSpPr>
      <dsp:spPr>
        <a:xfrm rot="5400000">
          <a:off x="3859040" y="-2818842"/>
          <a:ext cx="964803" cy="6604847"/>
        </a:xfrm>
        <a:prstGeom prst="round2Same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sp:txBody>
      <dsp:txXfrm rot="-5400000">
        <a:off x="1039018" y="48278"/>
        <a:ext cx="6557749" cy="870607"/>
      </dsp:txXfrm>
    </dsp:sp>
    <dsp:sp modelId="{96C0DFC8-CDC3-4ACC-BBBE-1920C1F76CA8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 rot="-5400000">
        <a:off x="1" y="1809352"/>
        <a:ext cx="1039018" cy="445294"/>
      </dsp:txXfrm>
    </dsp:sp>
    <dsp:sp modelId="{F4DE3D85-63A8-46F5-A34C-D2233BEE4EF8}">
      <dsp:nvSpPr>
        <dsp:cNvPr id="0" name=""/>
        <dsp:cNvSpPr/>
      </dsp:nvSpPr>
      <dsp:spPr>
        <a:xfrm rot="5400000">
          <a:off x="3859040" y="-1530178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sp:txBody>
      <dsp:txXfrm rot="-5400000">
        <a:off x="1039018" y="1336942"/>
        <a:ext cx="6557749" cy="870607"/>
      </dsp:txXfrm>
    </dsp:sp>
    <dsp:sp modelId="{561E45E6-AD4F-4785-9C34-0546C11782A5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 rot="-5400000">
        <a:off x="1" y="3098016"/>
        <a:ext cx="1039018" cy="445294"/>
      </dsp:txXfrm>
    </dsp:sp>
    <dsp:sp modelId="{109E08D5-FB07-43AB-90E7-4239CD80B8D6}">
      <dsp:nvSpPr>
        <dsp:cNvPr id="0" name=""/>
        <dsp:cNvSpPr/>
      </dsp:nvSpPr>
      <dsp:spPr>
        <a:xfrm rot="5400000">
          <a:off x="3859040" y="-241514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sp:txBody>
      <dsp:txXfrm rot="-5400000">
        <a:off x="1039018" y="2625606"/>
        <a:ext cx="6557749" cy="8706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5D102-9045-4AA6-B1D0-D90FCD0F2374}">
      <dsp:nvSpPr>
        <dsp:cNvPr id="0" name=""/>
        <dsp:cNvSpPr/>
      </dsp:nvSpPr>
      <dsp:spPr>
        <a:xfrm rot="16200000">
          <a:off x="839388" y="-839388"/>
          <a:ext cx="2678925" cy="4357702"/>
        </a:xfrm>
        <a:prstGeom prst="round1Rect">
          <a:avLst/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 dirty="0"/>
        </a:p>
      </dsp:txBody>
      <dsp:txXfrm rot="5400000">
        <a:off x="0" y="0"/>
        <a:ext cx="4357702" cy="2009193"/>
      </dsp:txXfrm>
    </dsp:sp>
    <dsp:sp modelId="{4D896A81-7729-40FA-BE47-D4EF72C47AC3}">
      <dsp:nvSpPr>
        <dsp:cNvPr id="0" name=""/>
        <dsp:cNvSpPr/>
      </dsp:nvSpPr>
      <dsp:spPr>
        <a:xfrm>
          <a:off x="4357702" y="0"/>
          <a:ext cx="4357702" cy="2678925"/>
        </a:xfrm>
        <a:prstGeom prst="round1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 dirty="0"/>
        </a:p>
      </dsp:txBody>
      <dsp:txXfrm>
        <a:off x="4357702" y="0"/>
        <a:ext cx="4357702" cy="2009193"/>
      </dsp:txXfrm>
    </dsp:sp>
    <dsp:sp modelId="{D1110065-7992-45A8-947C-8E669FBDCC2B}">
      <dsp:nvSpPr>
        <dsp:cNvPr id="0" name=""/>
        <dsp:cNvSpPr/>
      </dsp:nvSpPr>
      <dsp:spPr>
        <a:xfrm rot="10800000">
          <a:off x="4096" y="2640107"/>
          <a:ext cx="4357702" cy="2678925"/>
        </a:xfrm>
        <a:prstGeom prst="round1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 dirty="0"/>
        </a:p>
      </dsp:txBody>
      <dsp:txXfrm rot="10800000">
        <a:off x="4096" y="3309838"/>
        <a:ext cx="4357702" cy="2009193"/>
      </dsp:txXfrm>
    </dsp:sp>
    <dsp:sp modelId="{0434C23E-BD74-481F-82C5-1A9B14726923}">
      <dsp:nvSpPr>
        <dsp:cNvPr id="0" name=""/>
        <dsp:cNvSpPr/>
      </dsp:nvSpPr>
      <dsp:spPr>
        <a:xfrm rot="5400000">
          <a:off x="5197090" y="1839536"/>
          <a:ext cx="2678925" cy="4357702"/>
        </a:xfrm>
        <a:prstGeom prst="round1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500" kern="1200" dirty="0"/>
        </a:p>
      </dsp:txBody>
      <dsp:txXfrm rot="-5400000">
        <a:off x="4357702" y="3348656"/>
        <a:ext cx="4357702" cy="2009193"/>
      </dsp:txXfrm>
    </dsp:sp>
    <dsp:sp modelId="{7A9E53ED-7DA3-4121-8C61-7680C40B25C9}">
      <dsp:nvSpPr>
        <dsp:cNvPr id="0" name=""/>
        <dsp:cNvSpPr/>
      </dsp:nvSpPr>
      <dsp:spPr>
        <a:xfrm>
          <a:off x="3050391" y="2009193"/>
          <a:ext cx="2614621" cy="1339462"/>
        </a:xfrm>
        <a:prstGeom prst="roundRect">
          <a:avLst/>
        </a:prstGeom>
        <a:solidFill>
          <a:schemeClr val="tx2">
            <a:lumMod val="20000"/>
            <a:lumOff val="80000"/>
            <a:alpha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rPr>
            <a:t>主要参与工作</a:t>
          </a:r>
        </a:p>
      </dsp:txBody>
      <dsp:txXfrm>
        <a:off x="3115778" y="2074580"/>
        <a:ext cx="2483847" cy="12086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7B733-EDED-4E13-B9D8-1469F0296C55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 rot="-5400000">
        <a:off x="1" y="520688"/>
        <a:ext cx="1039018" cy="445294"/>
      </dsp:txXfrm>
    </dsp:sp>
    <dsp:sp modelId="{7CA46D1E-3AAD-4428-8B86-FD865355E5E6}">
      <dsp:nvSpPr>
        <dsp:cNvPr id="0" name=""/>
        <dsp:cNvSpPr/>
      </dsp:nvSpPr>
      <dsp:spPr>
        <a:xfrm rot="5400000">
          <a:off x="3859040" y="-2818842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sp:txBody>
      <dsp:txXfrm rot="-5400000">
        <a:off x="1039018" y="48278"/>
        <a:ext cx="6557749" cy="870607"/>
      </dsp:txXfrm>
    </dsp:sp>
    <dsp:sp modelId="{96C0DFC8-CDC3-4ACC-BBBE-1920C1F76CA8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 rot="-5400000">
        <a:off x="1" y="1809352"/>
        <a:ext cx="1039018" cy="445294"/>
      </dsp:txXfrm>
    </dsp:sp>
    <dsp:sp modelId="{F4DE3D85-63A8-46F5-A34C-D2233BEE4EF8}">
      <dsp:nvSpPr>
        <dsp:cNvPr id="0" name=""/>
        <dsp:cNvSpPr/>
      </dsp:nvSpPr>
      <dsp:spPr>
        <a:xfrm rot="5400000">
          <a:off x="3859040" y="-1530178"/>
          <a:ext cx="964803" cy="6604847"/>
        </a:xfrm>
        <a:prstGeom prst="round2Same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sp:txBody>
      <dsp:txXfrm rot="-5400000">
        <a:off x="1039018" y="1336942"/>
        <a:ext cx="6557749" cy="870607"/>
      </dsp:txXfrm>
    </dsp:sp>
    <dsp:sp modelId="{561E45E6-AD4F-4785-9C34-0546C11782A5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 rot="-5400000">
        <a:off x="1" y="3098016"/>
        <a:ext cx="1039018" cy="445294"/>
      </dsp:txXfrm>
    </dsp:sp>
    <dsp:sp modelId="{109E08D5-FB07-43AB-90E7-4239CD80B8D6}">
      <dsp:nvSpPr>
        <dsp:cNvPr id="0" name=""/>
        <dsp:cNvSpPr/>
      </dsp:nvSpPr>
      <dsp:spPr>
        <a:xfrm rot="5400000">
          <a:off x="3859040" y="-241514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sp:txBody>
      <dsp:txXfrm rot="-5400000">
        <a:off x="1039018" y="2625606"/>
        <a:ext cx="6557749" cy="8706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7B733-EDED-4E13-B9D8-1469F0296C55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 rot="-5400000">
        <a:off x="1" y="520688"/>
        <a:ext cx="1039018" cy="445294"/>
      </dsp:txXfrm>
    </dsp:sp>
    <dsp:sp modelId="{7CA46D1E-3AAD-4428-8B86-FD865355E5E6}">
      <dsp:nvSpPr>
        <dsp:cNvPr id="0" name=""/>
        <dsp:cNvSpPr/>
      </dsp:nvSpPr>
      <dsp:spPr>
        <a:xfrm rot="5400000">
          <a:off x="3859040" y="-2818842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工作回顾</a:t>
          </a:r>
        </a:p>
      </dsp:txBody>
      <dsp:txXfrm rot="-5400000">
        <a:off x="1039018" y="48278"/>
        <a:ext cx="6557749" cy="870607"/>
      </dsp:txXfrm>
    </dsp:sp>
    <dsp:sp modelId="{96C0DFC8-CDC3-4ACC-BBBE-1920C1F76CA8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 rot="-5400000">
        <a:off x="1" y="1809352"/>
        <a:ext cx="1039018" cy="445294"/>
      </dsp:txXfrm>
    </dsp:sp>
    <dsp:sp modelId="{F4DE3D85-63A8-46F5-A34C-D2233BEE4EF8}">
      <dsp:nvSpPr>
        <dsp:cNvPr id="0" name=""/>
        <dsp:cNvSpPr/>
      </dsp:nvSpPr>
      <dsp:spPr>
        <a:xfrm rot="5400000">
          <a:off x="3859040" y="-1530178"/>
          <a:ext cx="964803" cy="66048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专题汇报</a:t>
          </a:r>
        </a:p>
      </dsp:txBody>
      <dsp:txXfrm rot="-5400000">
        <a:off x="1039018" y="1336942"/>
        <a:ext cx="6557749" cy="870607"/>
      </dsp:txXfrm>
    </dsp:sp>
    <dsp:sp modelId="{561E45E6-AD4F-4785-9C34-0546C11782A5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 rot="-5400000">
        <a:off x="1" y="3098016"/>
        <a:ext cx="1039018" cy="445294"/>
      </dsp:txXfrm>
    </dsp:sp>
    <dsp:sp modelId="{109E08D5-FB07-43AB-90E7-4239CD80B8D6}">
      <dsp:nvSpPr>
        <dsp:cNvPr id="0" name=""/>
        <dsp:cNvSpPr/>
      </dsp:nvSpPr>
      <dsp:spPr>
        <a:xfrm rot="5400000">
          <a:off x="3859040" y="-241514"/>
          <a:ext cx="964803" cy="6604847"/>
        </a:xfrm>
        <a:prstGeom prst="round2Same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总结与展望</a:t>
          </a:r>
        </a:p>
      </dsp:txBody>
      <dsp:txXfrm rot="-5400000">
        <a:off x="1039018" y="2625606"/>
        <a:ext cx="6557749" cy="8706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#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parTxLTRAlign" val="l"/>
                  <dgm:param type="parTxRTLAlign" val="r"/>
                  <dgm:param type="txAnchorVert" val="t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parTxLTRAlign" val="l"/>
                  <dgm:param type="parTxRTLAlign" val="r"/>
                  <dgm:param type="txAnchorVert" val="t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parTxLTRAlign" val="l"/>
                  <dgm:param type="parTxRTLAlign" val="r"/>
                  <dgm:param type="txAnchorVert" val="t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parTxLTRAlign" val="l"/>
                  <dgm:param type="parTxRTLAlign" val="r"/>
                  <dgm:param type="txAnchorVert" val="t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#2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#3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7FC6D-0AA9-49A5-9AA2-46A1F3BE3F11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96C19-1C7B-4E6F-A53B-4DC7B6AFF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36AFA-B456-4B7A-83AC-44CC56193B1D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2C12B-DCFA-41FD-A7D2-FBCCF9761DC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2C12B-DCFA-41FD-A7D2-FBCCF9761DC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2C12B-DCFA-41FD-A7D2-FBCCF9761DC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2C12B-DCFA-41FD-A7D2-FBCCF9761DC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18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wWX293933\Desktop\12_9\bg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8" name="Picture 2" descr="C:\Users\wWX293933\Desktop\12_9\logo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0648"/>
            <a:ext cx="1656184" cy="58324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6876256" y="404664"/>
            <a:ext cx="165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 创新  共赢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395536" y="6492969"/>
            <a:ext cx="1440160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 创新  共赢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899FB4-435F-47BB-9786-6992FD8AB7FC}" type="datetime1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2B0C240-C7E3-4F1E-B938-73BC4F177B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2B2FDDE-D1DF-4DF3-89D1-6AD65D8DE9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49413" y="225632"/>
            <a:ext cx="6605649" cy="5581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2022/8/29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wWX293933\Desktop\12_9\bg1.png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395536" y="6492969"/>
            <a:ext cx="1440160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 创新  共赢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059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C:\Users\wWX293933\Desktop\logo.png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68344" y="260648"/>
            <a:ext cx="1224137" cy="43204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8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2.xml"/><Relationship Id="rId15" Type="http://schemas.openxmlformats.org/officeDocument/2006/relationships/image" Target="../media/image10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024073"/>
            <a:ext cx="9144000" cy="875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新员工入职转正答辩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9"/>
          <p:cNvSpPr txBox="1"/>
          <p:nvPr/>
        </p:nvSpPr>
        <p:spPr>
          <a:xfrm>
            <a:off x="3178804" y="3460115"/>
            <a:ext cx="2786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部门</a:t>
            </a: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领域</a:t>
            </a: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 </a:t>
            </a: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光伏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导师：张庆伟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员工：赵丛巍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入职时间：</a:t>
            </a: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2022-05-27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答辩日期：</a:t>
            </a: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2022-08-29</a:t>
            </a:r>
            <a:endParaRPr kumimoji="1"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60105" y="405130"/>
            <a:ext cx="58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42910" y="1214422"/>
            <a:ext cx="8063914" cy="452573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细黑" panose="02010600040101010101" pitchFamily="2" charset="-122"/>
              <a:cs typeface="+mn-cs"/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714348" y="1397000"/>
          <a:ext cx="764386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249413" y="225632"/>
            <a:ext cx="6605649" cy="558140"/>
          </a:xfrm>
        </p:spPr>
        <p:txBody>
          <a:bodyPr/>
          <a:lstStyle/>
          <a:p>
            <a:r>
              <a:rPr altLang="en-US" dirty="0"/>
              <a:t>目录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691680" y="65512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4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altLang="en-US" dirty="0"/>
              <a:t>时间轴</a:t>
            </a:r>
            <a:endParaRPr lang="zh-CN" altLang="en-US" dirty="0"/>
          </a:p>
        </p:txBody>
      </p:sp>
      <p:sp>
        <p:nvSpPr>
          <p:cNvPr id="46" name="MH_Text_1"/>
          <p:cNvSpPr/>
          <p:nvPr>
            <p:custDataLst>
              <p:tags r:id="rId1"/>
            </p:custDataLst>
          </p:nvPr>
        </p:nvSpPr>
        <p:spPr>
          <a:xfrm>
            <a:off x="5357184" y="1857681"/>
            <a:ext cx="2928958" cy="1000132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3F3F3F"/>
              </a:solidFill>
              <a:latin typeface="方正悠黑简体" panose="00000500000000000000" pitchFamily="2" charset="-122"/>
              <a:ea typeface="方正悠黑简体" panose="00000500000000000000" pitchFamily="2" charset="-122"/>
              <a:cs typeface="Lato Light" charset="0"/>
              <a:sym typeface="Lato Light" charset="0"/>
            </a:endParaRPr>
          </a:p>
        </p:txBody>
      </p:sp>
      <p:sp>
        <p:nvSpPr>
          <p:cNvPr id="47" name="MH_Text_1"/>
          <p:cNvSpPr/>
          <p:nvPr>
            <p:custDataLst>
              <p:tags r:id="rId2"/>
            </p:custDataLst>
          </p:nvPr>
        </p:nvSpPr>
        <p:spPr>
          <a:xfrm>
            <a:off x="6428754" y="3500761"/>
            <a:ext cx="2571736" cy="1418962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endParaRPr lang="en-US" altLang="zh-CN" sz="1200" dirty="0">
              <a:solidFill>
                <a:srgbClr val="3F3F3F"/>
              </a:solidFill>
              <a:latin typeface="方正悠黑简体" panose="00000500000000000000" pitchFamily="2" charset="-122"/>
              <a:ea typeface="方正悠黑简体" panose="00000500000000000000" pitchFamily="2" charset="-122"/>
              <a:cs typeface="Lato Light" charset="0"/>
              <a:sym typeface="Lato Light" charset="0"/>
            </a:endParaRPr>
          </a:p>
        </p:txBody>
      </p:sp>
      <p:sp>
        <p:nvSpPr>
          <p:cNvPr id="74" name="右箭头 73"/>
          <p:cNvSpPr/>
          <p:nvPr/>
        </p:nvSpPr>
        <p:spPr>
          <a:xfrm>
            <a:off x="612775" y="2643505"/>
            <a:ext cx="8101965" cy="10718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4069715" y="2341554"/>
            <a:ext cx="0" cy="54000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86" name="圆角矩形 85"/>
          <p:cNvSpPr/>
          <p:nvPr/>
        </p:nvSpPr>
        <p:spPr>
          <a:xfrm>
            <a:off x="1532237" y="3000689"/>
            <a:ext cx="785818" cy="357190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  <p:sp>
        <p:nvSpPr>
          <p:cNvPr id="88" name="圆角矩形 87"/>
          <p:cNvSpPr/>
          <p:nvPr/>
        </p:nvSpPr>
        <p:spPr>
          <a:xfrm>
            <a:off x="4071300" y="3000689"/>
            <a:ext cx="785818" cy="357190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r>
              <a:rPr lang="zh-CN" altLang="en-US" dirty="0"/>
              <a:t>月</a:t>
            </a:r>
          </a:p>
        </p:txBody>
      </p:sp>
      <p:sp>
        <p:nvSpPr>
          <p:cNvPr id="89" name="圆角矩形 88"/>
          <p:cNvSpPr/>
          <p:nvPr/>
        </p:nvSpPr>
        <p:spPr>
          <a:xfrm>
            <a:off x="6525906" y="3000689"/>
            <a:ext cx="785818" cy="357190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r>
              <a:rPr lang="zh-CN" altLang="en-US" dirty="0"/>
              <a:t>月</a:t>
            </a:r>
          </a:p>
        </p:txBody>
      </p:sp>
      <p:sp>
        <p:nvSpPr>
          <p:cNvPr id="90" name="MH_Text_2"/>
          <p:cNvSpPr/>
          <p:nvPr>
            <p:custDataLst>
              <p:tags r:id="rId3"/>
            </p:custDataLst>
          </p:nvPr>
        </p:nvSpPr>
        <p:spPr>
          <a:xfrm>
            <a:off x="499400" y="3572199"/>
            <a:ext cx="2851381" cy="141896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zh-CN" alt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862867" y="1670273"/>
            <a:ext cx="212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、搭建晶科项目开发环境，了解项目情况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74618" y="4158080"/>
            <a:ext cx="2500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、着手解决晶科外场问题单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、负责晶科项目迭代，测试环境以及正式环境部署上线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68345" y="4158080"/>
            <a:ext cx="213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、带领小组成员开发晶科预算管控功能模块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、分配小组成员各自开发任务，并追踪项目开发进度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30"/>
          <p:cNvSpPr>
            <a:spLocks noChangeShapeType="1"/>
          </p:cNvSpPr>
          <p:nvPr/>
        </p:nvSpPr>
        <p:spPr bwMode="auto">
          <a:xfrm>
            <a:off x="1503662" y="2348539"/>
            <a:ext cx="0" cy="54000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" name="Line 30"/>
          <p:cNvSpPr>
            <a:spLocks noChangeShapeType="1"/>
          </p:cNvSpPr>
          <p:nvPr/>
        </p:nvSpPr>
        <p:spPr bwMode="auto">
          <a:xfrm>
            <a:off x="7381071" y="3501949"/>
            <a:ext cx="635" cy="53975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" name="Line 30"/>
          <p:cNvSpPr>
            <a:spLocks noChangeShapeType="1"/>
          </p:cNvSpPr>
          <p:nvPr/>
        </p:nvSpPr>
        <p:spPr bwMode="auto">
          <a:xfrm>
            <a:off x="4933558" y="3501699"/>
            <a:ext cx="0" cy="54000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Line 30"/>
          <p:cNvSpPr>
            <a:spLocks noChangeShapeType="1"/>
          </p:cNvSpPr>
          <p:nvPr/>
        </p:nvSpPr>
        <p:spPr bwMode="auto">
          <a:xfrm>
            <a:off x="2375778" y="3524891"/>
            <a:ext cx="13335" cy="53975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Line 30"/>
          <p:cNvSpPr>
            <a:spLocks noChangeShapeType="1"/>
          </p:cNvSpPr>
          <p:nvPr/>
        </p:nvSpPr>
        <p:spPr bwMode="auto">
          <a:xfrm>
            <a:off x="6589395" y="2341554"/>
            <a:ext cx="0" cy="540000"/>
          </a:xfrm>
          <a:prstGeom prst="line">
            <a:avLst/>
          </a:prstGeom>
          <a:noFill/>
          <a:ln w="19050" cap="rnd">
            <a:solidFill>
              <a:schemeClr val="tx2">
                <a:lumMod val="50000"/>
              </a:schemeClr>
            </a:solidFill>
            <a:prstDash val="sysDot"/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55850" y="65512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8" name="MH_Text_3"/>
          <p:cNvSpPr/>
          <p:nvPr>
            <p:custDataLst>
              <p:tags r:id="rId4"/>
            </p:custDataLst>
          </p:nvPr>
        </p:nvSpPr>
        <p:spPr>
          <a:xfrm>
            <a:off x="6423237" y="4158080"/>
            <a:ext cx="1975485" cy="10718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Lato Light" charset="0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Lato Light" charset="0"/>
              </a:rPr>
              <a:t>、晶科预算管控功能模块上线，新功能需求问题解决</a:t>
            </a:r>
          </a:p>
        </p:txBody>
      </p:sp>
      <p:sp>
        <p:nvSpPr>
          <p:cNvPr id="10" name="MH_Text_3"/>
          <p:cNvSpPr/>
          <p:nvPr>
            <p:custDataLst>
              <p:tags r:id="rId5"/>
            </p:custDataLst>
          </p:nvPr>
        </p:nvSpPr>
        <p:spPr>
          <a:xfrm>
            <a:off x="2996326" y="1372328"/>
            <a:ext cx="2446395" cy="1120201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Lato Light" charset="0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Lato Light" charset="0"/>
              </a:rPr>
              <a:t>、着手开发新需求，根据需求文档，设计功能模块实现，设计数据库表以及审批流流程</a:t>
            </a:r>
          </a:p>
        </p:txBody>
      </p:sp>
      <p:sp>
        <p:nvSpPr>
          <p:cNvPr id="12" name="TextBox 99"/>
          <p:cNvSpPr txBox="1"/>
          <p:nvPr/>
        </p:nvSpPr>
        <p:spPr>
          <a:xfrm>
            <a:off x="5664976" y="1398337"/>
            <a:ext cx="213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、完成预算管控审批流程编写，预算汇总功能编写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、帮助小组成员解决代码编写过程中遇到的问题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主要参与的工作</a:t>
            </a:r>
            <a:endParaRPr lang="zh-CN" altLang="en-US" dirty="0"/>
          </a:p>
        </p:txBody>
      </p:sp>
      <p:sp>
        <p:nvSpPr>
          <p:cNvPr id="3" name="标题 1"/>
          <p:cNvSpPr txBox="1"/>
          <p:nvPr/>
        </p:nvSpPr>
        <p:spPr>
          <a:xfrm>
            <a:off x="249413" y="225632"/>
            <a:ext cx="6605649" cy="558140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14917" y="1086786"/>
          <a:ext cx="8715404" cy="5357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726130" y="654653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15" name="TextBox 4"/>
          <p:cNvSpPr txBox="1"/>
          <p:nvPr/>
        </p:nvSpPr>
        <p:spPr>
          <a:xfrm>
            <a:off x="471623" y="1688542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、熟悉晶科项目，了解晶科项目中所使用的技术栈，阅读交接文档，初步了解项目各模块功能。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4961955" y="1688542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、解决晶科项目外场问题单。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、协助小组成员解决开发中遇到的问题</a:t>
            </a:r>
          </a:p>
        </p:txBody>
      </p:sp>
      <p:sp>
        <p:nvSpPr>
          <p:cNvPr id="17" name="TextBox 4"/>
          <p:cNvSpPr txBox="1"/>
          <p:nvPr/>
        </p:nvSpPr>
        <p:spPr>
          <a:xfrm>
            <a:off x="471623" y="4653136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、根据用户需求对功能模块进行设计，设计数据库表，完成预算管控模块相关代码编写。</a:t>
            </a:r>
          </a:p>
        </p:txBody>
      </p:sp>
      <p:sp>
        <p:nvSpPr>
          <p:cNvPr id="18" name="TextBox 4"/>
          <p:cNvSpPr txBox="1"/>
          <p:nvPr/>
        </p:nvSpPr>
        <p:spPr>
          <a:xfrm>
            <a:off x="4961955" y="4653136"/>
            <a:ext cx="378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、负责晶科项目环境部署以及功能上线，负责分配小组成员开发任务并跟踪小组成员任务完成进度。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altLang="en-US" dirty="0"/>
              <a:t>目录</a:t>
            </a:r>
            <a:endParaRPr lang="zh-CN" alt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42910" y="1214422"/>
            <a:ext cx="8063914" cy="452573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细黑" panose="02010600040101010101" pitchFamily="2" charset="-122"/>
              <a:cs typeface="+mn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714348" y="1397000"/>
          <a:ext cx="764386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692275" y="657225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专题汇报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28583" y="981121"/>
            <a:ext cx="817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一、预算管控功能模块开发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1680" y="6551264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2800" y="1709420"/>
            <a:ext cx="620776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功能需求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电站项目业务的不断扩大，关于电站的预算控制没有管理工具，目前主要靠线下管控，容易出现执行不到位，统计量大等问题。所以需一套标准化、信息化的成本管控产品。</a:t>
            </a:r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16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功能模块</a:t>
            </a:r>
          </a:p>
          <a:p>
            <a:pPr lvl="1" indent="0">
              <a:buFont typeface="Arial" panose="020B0604020202020204" pitchFamily="34" charset="0"/>
              <a:buNone/>
            </a:pPr>
            <a:endParaRPr lang="zh-CN" altLang="en-US" sz="1600"/>
          </a:p>
        </p:txBody>
      </p:sp>
      <p:sp>
        <p:nvSpPr>
          <p:cNvPr id="13" name="圆角矩形 12"/>
          <p:cNvSpPr/>
          <p:nvPr/>
        </p:nvSpPr>
        <p:spPr>
          <a:xfrm>
            <a:off x="1043940" y="3554095"/>
            <a:ext cx="1656080" cy="79248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测算分析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3131820" y="3429000"/>
            <a:ext cx="1656080" cy="79248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项目计划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5292090" y="3573145"/>
            <a:ext cx="1656080" cy="79248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预算申请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043940" y="4796790"/>
            <a:ext cx="1656080" cy="792480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预算调整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3131820" y="4509135"/>
            <a:ext cx="1656080" cy="792480"/>
          </a:xfrm>
          <a:prstGeom prst="round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预算报销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292090" y="4796790"/>
            <a:ext cx="1656080" cy="792480"/>
          </a:xfrm>
          <a:prstGeom prst="round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预算汇总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3131820" y="5516880"/>
            <a:ext cx="1656080" cy="792480"/>
          </a:xfrm>
          <a:prstGeom prst="round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科目维护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39750" y="1052830"/>
            <a:ext cx="817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二、功能流程展示</a:t>
            </a:r>
          </a:p>
        </p:txBody>
      </p:sp>
      <p:pic>
        <p:nvPicPr>
          <p:cNvPr id="2" name="ECB019B1-382A-4266-B25C-5B523AA43C14-1" descr="C:/Users/zhaocongwei/AppData/Local/Temp/wpp.xdzMsc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1421130"/>
            <a:ext cx="9140825" cy="349758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249413" y="225632"/>
            <a:ext cx="6605649" cy="5581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dirty="0">
                <a:solidFill>
                  <a:schemeClr val="bg1"/>
                </a:solidFill>
              </a:rPr>
              <a:t>专题汇报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91680" y="6551264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3E7E42-B032-C3F2-55AE-67DD107B6BAE}"/>
              </a:ext>
            </a:extLst>
          </p:cNvPr>
          <p:cNvSpPr/>
          <p:nvPr/>
        </p:nvSpPr>
        <p:spPr>
          <a:xfrm>
            <a:off x="6286299" y="4894811"/>
            <a:ext cx="1238946" cy="607448"/>
          </a:xfrm>
          <a:prstGeom prst="roundRect">
            <a:avLst/>
          </a:prstGeom>
          <a:solidFill>
            <a:srgbClr val="DBFFD6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预算汇总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2ED0D1A-1821-3778-2D8E-C340B8218AD3}"/>
              </a:ext>
            </a:extLst>
          </p:cNvPr>
          <p:cNvSpPr/>
          <p:nvPr/>
        </p:nvSpPr>
        <p:spPr>
          <a:xfrm>
            <a:off x="1475656" y="4894811"/>
            <a:ext cx="1296144" cy="607448"/>
          </a:xfrm>
          <a:prstGeom prst="roundRect">
            <a:avLst/>
          </a:prstGeom>
          <a:solidFill>
            <a:srgbClr val="DBFFD6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科目维护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17879B-9C8C-2DD3-29E7-587BDC71CCE6}"/>
              </a:ext>
            </a:extLst>
          </p:cNvPr>
          <p:cNvSpPr txBox="1"/>
          <p:nvPr/>
        </p:nvSpPr>
        <p:spPr>
          <a:xfrm>
            <a:off x="6372200" y="5661009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查询汇总统计数据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07029F-30A7-2B30-1824-6AAA6A8DFE2C}"/>
              </a:ext>
            </a:extLst>
          </p:cNvPr>
          <p:cNvSpPr txBox="1"/>
          <p:nvPr/>
        </p:nvSpPr>
        <p:spPr>
          <a:xfrm>
            <a:off x="1639644" y="5661010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维护报销科目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专题汇报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1680" y="6527127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39750" y="1052830"/>
            <a:ext cx="817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三、功能界面展示</a:t>
            </a: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8257438" y="1489804"/>
            <a:ext cx="430733" cy="50373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PA-图片 14" descr="几何拼接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rcRect l="20399" r="20399"/>
          <a:stretch>
            <a:fillRect/>
          </a:stretch>
        </p:blipFill>
        <p:spPr>
          <a:xfrm>
            <a:off x="1264697" y="1506313"/>
            <a:ext cx="6716482" cy="5037363"/>
          </a:xfrm>
          <a:prstGeom prst="rect">
            <a:avLst/>
          </a:prstGeom>
        </p:spPr>
      </p:pic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 rot="16200000">
            <a:off x="8138566" y="3830387"/>
            <a:ext cx="115801" cy="11580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 rot="16200000">
            <a:off x="8138566" y="4427918"/>
            <a:ext cx="115801" cy="11580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椭圆 18"/>
          <p:cNvSpPr/>
          <p:nvPr>
            <p:custDataLst>
              <p:tags r:id="rId6"/>
            </p:custDataLst>
          </p:nvPr>
        </p:nvSpPr>
        <p:spPr>
          <a:xfrm rot="16200000">
            <a:off x="8138566" y="3531622"/>
            <a:ext cx="115801" cy="11580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椭圆 19"/>
          <p:cNvSpPr/>
          <p:nvPr>
            <p:custDataLst>
              <p:tags r:id="rId7"/>
            </p:custDataLst>
          </p:nvPr>
        </p:nvSpPr>
        <p:spPr>
          <a:xfrm rot="16200000">
            <a:off x="8138566" y="4129153"/>
            <a:ext cx="115801" cy="11580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PA-图片 21" descr="字体感觉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rcRect l="20622" r="20622"/>
          <a:stretch>
            <a:fillRect/>
          </a:stretch>
        </p:blipFill>
        <p:spPr>
          <a:xfrm>
            <a:off x="1264697" y="1506313"/>
            <a:ext cx="6716482" cy="5037363"/>
          </a:xfrm>
          <a:prstGeom prst="rect">
            <a:avLst/>
          </a:prstGeom>
        </p:spPr>
      </p:pic>
      <p:pic>
        <p:nvPicPr>
          <p:cNvPr id="25" name="PA-图片 24" descr="几何图形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/>
          <a:srcRect l="18745" r="18745"/>
          <a:stretch>
            <a:fillRect/>
          </a:stretch>
        </p:blipFill>
        <p:spPr>
          <a:xfrm>
            <a:off x="1264697" y="1506313"/>
            <a:ext cx="6716482" cy="5037363"/>
          </a:xfrm>
          <a:prstGeom prst="rect">
            <a:avLst/>
          </a:prstGeom>
        </p:spPr>
      </p:pic>
      <p:pic>
        <p:nvPicPr>
          <p:cNvPr id="12" name="PA-图片 14" descr="几何拼接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5"/>
          <a:srcRect l="15926" r="15926"/>
          <a:stretch>
            <a:fillRect/>
          </a:stretch>
        </p:blipFill>
        <p:spPr>
          <a:xfrm>
            <a:off x="467544" y="1506313"/>
            <a:ext cx="6748437" cy="506133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99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99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99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99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39750" y="1052830"/>
            <a:ext cx="817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四、审批流程讲解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249413" y="225632"/>
            <a:ext cx="6605649" cy="5581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dirty="0">
                <a:solidFill>
                  <a:schemeClr val="bg1"/>
                </a:solidFill>
              </a:rPr>
              <a:t>专题汇报</a:t>
            </a:r>
          </a:p>
        </p:txBody>
      </p:sp>
      <p:sp>
        <p:nvSpPr>
          <p:cNvPr id="3" name="矩形 2"/>
          <p:cNvSpPr/>
          <p:nvPr/>
        </p:nvSpPr>
        <p:spPr>
          <a:xfrm>
            <a:off x="107315" y="1628775"/>
            <a:ext cx="2808605" cy="4464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" name="矩形 3"/>
          <p:cNvSpPr/>
          <p:nvPr/>
        </p:nvSpPr>
        <p:spPr>
          <a:xfrm>
            <a:off x="3168015" y="1628775"/>
            <a:ext cx="2808605" cy="4464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6228715" y="1645920"/>
            <a:ext cx="2808605" cy="4464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7" name="圆角矩形 6"/>
          <p:cNvSpPr/>
          <p:nvPr/>
        </p:nvSpPr>
        <p:spPr>
          <a:xfrm>
            <a:off x="935990" y="1412875"/>
            <a:ext cx="1151890" cy="5759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下发人员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996055" y="1412875"/>
            <a:ext cx="1151890" cy="5759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审核人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056755" y="1412875"/>
            <a:ext cx="1151890" cy="5759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电站站长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755650" y="2204720"/>
            <a:ext cx="144018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填写测算分析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876415" y="2204720"/>
            <a:ext cx="168148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填写项目计划表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876415" y="3933190"/>
            <a:ext cx="168148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调整预算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876415" y="4653280"/>
            <a:ext cx="168148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填写预算申请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6911975" y="5300980"/>
            <a:ext cx="162433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填写预算报销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3788410" y="2780665"/>
            <a:ext cx="1681480" cy="3600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审核</a:t>
            </a:r>
          </a:p>
        </p:txBody>
      </p:sp>
      <p:sp>
        <p:nvSpPr>
          <p:cNvPr id="18" name="菱形 17"/>
          <p:cNvSpPr/>
          <p:nvPr/>
        </p:nvSpPr>
        <p:spPr>
          <a:xfrm>
            <a:off x="3923665" y="3429000"/>
            <a:ext cx="1368425" cy="516890"/>
          </a:xfrm>
          <a:prstGeom prst="diamon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通过</a:t>
            </a:r>
          </a:p>
        </p:txBody>
      </p:sp>
      <p:sp>
        <p:nvSpPr>
          <p:cNvPr id="19" name="右箭头 18"/>
          <p:cNvSpPr/>
          <p:nvPr/>
        </p:nvSpPr>
        <p:spPr>
          <a:xfrm>
            <a:off x="35560" y="2276475"/>
            <a:ext cx="575945" cy="21653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0" name="右箭头 19"/>
          <p:cNvSpPr/>
          <p:nvPr/>
        </p:nvSpPr>
        <p:spPr>
          <a:xfrm>
            <a:off x="2411730" y="2276475"/>
            <a:ext cx="4324985" cy="21653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1" name="下箭头 20"/>
          <p:cNvSpPr/>
          <p:nvPr/>
        </p:nvSpPr>
        <p:spPr>
          <a:xfrm>
            <a:off x="7597775" y="2636520"/>
            <a:ext cx="253365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2" name="下箭头 21"/>
          <p:cNvSpPr/>
          <p:nvPr/>
        </p:nvSpPr>
        <p:spPr>
          <a:xfrm>
            <a:off x="7596505" y="4293235"/>
            <a:ext cx="253365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3" name="下箭头 22"/>
          <p:cNvSpPr/>
          <p:nvPr/>
        </p:nvSpPr>
        <p:spPr>
          <a:xfrm>
            <a:off x="7590155" y="5013325"/>
            <a:ext cx="253365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4" name="下箭头 23"/>
          <p:cNvSpPr/>
          <p:nvPr/>
        </p:nvSpPr>
        <p:spPr>
          <a:xfrm>
            <a:off x="7597775" y="5732780"/>
            <a:ext cx="253365" cy="584200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5" name="左箭头 24"/>
          <p:cNvSpPr/>
          <p:nvPr/>
        </p:nvSpPr>
        <p:spPr>
          <a:xfrm>
            <a:off x="5652135" y="2780665"/>
            <a:ext cx="1727835" cy="288290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6" name="下箭头 25"/>
          <p:cNvSpPr/>
          <p:nvPr/>
        </p:nvSpPr>
        <p:spPr>
          <a:xfrm>
            <a:off x="4476750" y="3140710"/>
            <a:ext cx="273685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7" name="左箭头 26"/>
          <p:cNvSpPr/>
          <p:nvPr/>
        </p:nvSpPr>
        <p:spPr>
          <a:xfrm rot="10800000">
            <a:off x="5652135" y="3573145"/>
            <a:ext cx="1727835" cy="288290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8" name="下箭头 27"/>
          <p:cNvSpPr/>
          <p:nvPr/>
        </p:nvSpPr>
        <p:spPr>
          <a:xfrm>
            <a:off x="7590155" y="3608705"/>
            <a:ext cx="253365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29" name="下箭头 28"/>
          <p:cNvSpPr/>
          <p:nvPr/>
        </p:nvSpPr>
        <p:spPr>
          <a:xfrm>
            <a:off x="4476750" y="4149090"/>
            <a:ext cx="304800" cy="360045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30" name="左箭头 29"/>
          <p:cNvSpPr/>
          <p:nvPr/>
        </p:nvSpPr>
        <p:spPr>
          <a:xfrm rot="10800000">
            <a:off x="4643755" y="4712335"/>
            <a:ext cx="2078990" cy="288290"/>
          </a:xfrm>
          <a:prstGeom prst="leftArrow">
            <a:avLst/>
          </a:prstGeom>
          <a:solidFill>
            <a:schemeClr val="accent3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31" name="文本框 30"/>
          <p:cNvSpPr txBox="1"/>
          <p:nvPr/>
        </p:nvSpPr>
        <p:spPr>
          <a:xfrm>
            <a:off x="1691680" y="6551264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39750" y="1052830"/>
            <a:ext cx="817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五、审批流程设计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249413" y="225632"/>
            <a:ext cx="6605649" cy="5581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dirty="0">
                <a:solidFill>
                  <a:schemeClr val="bg1"/>
                </a:solidFill>
              </a:rPr>
              <a:t>专题汇报</a:t>
            </a:r>
          </a:p>
        </p:txBody>
      </p:sp>
      <p:sp>
        <p:nvSpPr>
          <p:cNvPr id="5" name="右箭头 4"/>
          <p:cNvSpPr/>
          <p:nvPr/>
        </p:nvSpPr>
        <p:spPr>
          <a:xfrm>
            <a:off x="683260" y="3356610"/>
            <a:ext cx="8136890" cy="99314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ym typeface="+mn-ea"/>
              </a:rPr>
              <a:t>approval_flow</a:t>
            </a:r>
            <a:r>
              <a:rPr lang="en-US" altLang="zh-CN" sz="1400" dirty="0">
                <a:sym typeface="+mn-ea"/>
              </a:rPr>
              <a:t>                    </a:t>
            </a:r>
            <a:r>
              <a:rPr lang="en-US" altLang="zh-CN" b="1" dirty="0"/>
              <a:t>approval_flow_node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1331595" y="1916430"/>
            <a:ext cx="2232660" cy="1296670"/>
          </a:xfrm>
          <a:prstGeom prst="round2Diag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/>
              <a:t>approval_point</a:t>
            </a:r>
            <a:endParaRPr lang="en-US" altLang="zh-CN" sz="2000" b="1" dirty="0"/>
          </a:p>
          <a:p>
            <a:pPr algn="ctr"/>
            <a:r>
              <a:rPr lang="zh-CN" altLang="en-US" sz="1400" dirty="0"/>
              <a:t>流程当前所在节点</a:t>
            </a:r>
            <a:endParaRPr lang="en-US" altLang="zh-CN" sz="2000" b="1" dirty="0"/>
          </a:p>
        </p:txBody>
      </p:sp>
      <p:sp>
        <p:nvSpPr>
          <p:cNvPr id="7" name="对角圆角矩形 6"/>
          <p:cNvSpPr/>
          <p:nvPr/>
        </p:nvSpPr>
        <p:spPr>
          <a:xfrm>
            <a:off x="4748530" y="4493260"/>
            <a:ext cx="2232660" cy="1296670"/>
          </a:xfrm>
          <a:prstGeom prst="round2Diag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/>
              <a:t>approval_record</a:t>
            </a:r>
            <a:endParaRPr lang="en-US" altLang="zh-CN" sz="2000" b="1" dirty="0"/>
          </a:p>
          <a:p>
            <a:pPr algn="ctr"/>
            <a:r>
              <a:rPr lang="zh-CN" altLang="en-US" sz="1400" dirty="0"/>
              <a:t>存放审批记录</a:t>
            </a:r>
            <a:endParaRPr lang="en-US" altLang="zh-CN" sz="2000" dirty="0"/>
          </a:p>
        </p:txBody>
      </p:sp>
      <p:sp>
        <p:nvSpPr>
          <p:cNvPr id="10" name="椭圆 9"/>
          <p:cNvSpPr/>
          <p:nvPr/>
        </p:nvSpPr>
        <p:spPr>
          <a:xfrm>
            <a:off x="1403350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1" name="椭圆 10"/>
          <p:cNvSpPr/>
          <p:nvPr/>
        </p:nvSpPr>
        <p:spPr>
          <a:xfrm>
            <a:off x="2339975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2" name="椭圆 11"/>
          <p:cNvSpPr/>
          <p:nvPr/>
        </p:nvSpPr>
        <p:spPr>
          <a:xfrm>
            <a:off x="3275965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" name="椭圆 12"/>
          <p:cNvSpPr/>
          <p:nvPr/>
        </p:nvSpPr>
        <p:spPr>
          <a:xfrm>
            <a:off x="4140200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4" name="椭圆 13"/>
          <p:cNvSpPr/>
          <p:nvPr/>
        </p:nvSpPr>
        <p:spPr>
          <a:xfrm>
            <a:off x="5003800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5" name="椭圆 14"/>
          <p:cNvSpPr/>
          <p:nvPr/>
        </p:nvSpPr>
        <p:spPr>
          <a:xfrm>
            <a:off x="5867400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6" name="椭圆 15"/>
          <p:cNvSpPr/>
          <p:nvPr/>
        </p:nvSpPr>
        <p:spPr>
          <a:xfrm>
            <a:off x="6876415" y="3429000"/>
            <a:ext cx="288290" cy="2876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691680" y="6551264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8" name="标注: 线形 7">
            <a:extLst>
              <a:ext uri="{FF2B5EF4-FFF2-40B4-BE49-F238E27FC236}">
                <a16:creationId xmlns:a16="http://schemas.microsoft.com/office/drawing/2014/main" id="{0CAD0350-B524-76FE-CF71-2AED55D52C52}"/>
              </a:ext>
            </a:extLst>
          </p:cNvPr>
          <p:cNvSpPr/>
          <p:nvPr/>
        </p:nvSpPr>
        <p:spPr>
          <a:xfrm>
            <a:off x="1655879" y="4524837"/>
            <a:ext cx="1620086" cy="488339"/>
          </a:xfrm>
          <a:prstGeom prst="borderCallout1">
            <a:avLst>
              <a:gd name="adj1" fmla="val -2691"/>
              <a:gd name="adj2" fmla="val 50399"/>
              <a:gd name="adj3" fmla="val -83318"/>
              <a:gd name="adj4" fmla="val 9059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存储不同审批流</a:t>
            </a:r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FE76A85E-A4CF-FB95-E0F1-19B0B97881C0}"/>
              </a:ext>
            </a:extLst>
          </p:cNvPr>
          <p:cNvSpPr/>
          <p:nvPr/>
        </p:nvSpPr>
        <p:spPr>
          <a:xfrm>
            <a:off x="5600815" y="2582308"/>
            <a:ext cx="1620086" cy="488339"/>
          </a:xfrm>
          <a:prstGeom prst="borderCallout1">
            <a:avLst>
              <a:gd name="adj1" fmla="val 103227"/>
              <a:gd name="adj2" fmla="val 50399"/>
              <a:gd name="adj3" fmla="val 211738"/>
              <a:gd name="adj4" fmla="val 2222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存储审批流各节点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altLang="en-US" dirty="0"/>
              <a:t>目录</a:t>
            </a:r>
            <a:endParaRPr lang="zh-CN" altLang="en-US" dirty="0"/>
          </a:p>
        </p:txBody>
      </p:sp>
      <p:graphicFrame>
        <p:nvGraphicFramePr>
          <p:cNvPr id="3" name="图示 2"/>
          <p:cNvGraphicFramePr/>
          <p:nvPr/>
        </p:nvGraphicFramePr>
        <p:xfrm>
          <a:off x="714348" y="1397000"/>
          <a:ext cx="764386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691680" y="65512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3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91640" y="654653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91640" y="6419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grpSp>
        <p:nvGrpSpPr>
          <p:cNvPr id="78" name="组 20">
            <a:extLst>
              <a:ext uri="{FF2B5EF4-FFF2-40B4-BE49-F238E27FC236}">
                <a16:creationId xmlns:a16="http://schemas.microsoft.com/office/drawing/2014/main" id="{FF3AA3C2-B4E9-115C-2A5F-951B9694DBA1}"/>
              </a:ext>
            </a:extLst>
          </p:cNvPr>
          <p:cNvGrpSpPr/>
          <p:nvPr/>
        </p:nvGrpSpPr>
        <p:grpSpPr>
          <a:xfrm>
            <a:off x="4649371" y="1429505"/>
            <a:ext cx="1471995" cy="4327995"/>
            <a:chOff x="6553775" y="2066031"/>
            <a:chExt cx="1731675" cy="479196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8A8A195-9D3E-D63A-2FF3-2B7D7E169169}"/>
                </a:ext>
              </a:extLst>
            </p:cNvPr>
            <p:cNvSpPr/>
            <p:nvPr/>
          </p:nvSpPr>
          <p:spPr>
            <a:xfrm>
              <a:off x="7062442" y="2839157"/>
              <a:ext cx="174603" cy="401884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任意形状 6">
              <a:extLst>
                <a:ext uri="{FF2B5EF4-FFF2-40B4-BE49-F238E27FC236}">
                  <a16:creationId xmlns:a16="http://schemas.microsoft.com/office/drawing/2014/main" id="{9D42E30B-BAEF-7D08-FEAF-36448F2010B4}"/>
                </a:ext>
              </a:extLst>
            </p:cNvPr>
            <p:cNvSpPr/>
            <p:nvPr/>
          </p:nvSpPr>
          <p:spPr>
            <a:xfrm>
              <a:off x="6553775" y="2066031"/>
              <a:ext cx="1731675" cy="773126"/>
            </a:xfrm>
            <a:custGeom>
              <a:avLst/>
              <a:gdLst>
                <a:gd name="connsiteX0" fmla="*/ 2042412 w 4109182"/>
                <a:gd name="connsiteY0" fmla="*/ 0 h 1834592"/>
                <a:gd name="connsiteX1" fmla="*/ 3005744 w 4109182"/>
                <a:gd name="connsiteY1" fmla="*/ 512199 h 1834592"/>
                <a:gd name="connsiteX2" fmla="*/ 3017040 w 4109182"/>
                <a:gd name="connsiteY2" fmla="*/ 533011 h 1834592"/>
                <a:gd name="connsiteX3" fmla="*/ 3021755 w 4109182"/>
                <a:gd name="connsiteY3" fmla="*/ 531799 h 1834592"/>
                <a:gd name="connsiteX4" fmla="*/ 3204150 w 4109182"/>
                <a:gd name="connsiteY4" fmla="*/ 513412 h 1834592"/>
                <a:gd name="connsiteX5" fmla="*/ 4090795 w 4109182"/>
                <a:gd name="connsiteY5" fmla="*/ 1236048 h 1834592"/>
                <a:gd name="connsiteX6" fmla="*/ 4108710 w 4109182"/>
                <a:gd name="connsiteY6" fmla="*/ 1413760 h 1834592"/>
                <a:gd name="connsiteX7" fmla="*/ 4109181 w 4109182"/>
                <a:gd name="connsiteY7" fmla="*/ 1413760 h 1834592"/>
                <a:gd name="connsiteX8" fmla="*/ 4109181 w 4109182"/>
                <a:gd name="connsiteY8" fmla="*/ 1418434 h 1834592"/>
                <a:gd name="connsiteX9" fmla="*/ 4109182 w 4109182"/>
                <a:gd name="connsiteY9" fmla="*/ 1418444 h 1834592"/>
                <a:gd name="connsiteX10" fmla="*/ 4109181 w 4109182"/>
                <a:gd name="connsiteY10" fmla="*/ 1418454 h 1834592"/>
                <a:gd name="connsiteX11" fmla="*/ 4109181 w 4109182"/>
                <a:gd name="connsiteY11" fmla="*/ 1658827 h 1834592"/>
                <a:gd name="connsiteX12" fmla="*/ 4109181 w 4109182"/>
                <a:gd name="connsiteY12" fmla="*/ 1834592 h 1834592"/>
                <a:gd name="connsiteX13" fmla="*/ 0 w 4109182"/>
                <a:gd name="connsiteY13" fmla="*/ 1834592 h 1834592"/>
                <a:gd name="connsiteX14" fmla="*/ 0 w 4109182"/>
                <a:gd name="connsiteY14" fmla="*/ 1658827 h 1834592"/>
                <a:gd name="connsiteX15" fmla="*/ 3266 w 4109182"/>
                <a:gd name="connsiteY15" fmla="*/ 1658827 h 1834592"/>
                <a:gd name="connsiteX16" fmla="*/ 0 w 4109182"/>
                <a:gd name="connsiteY16" fmla="*/ 1626432 h 1834592"/>
                <a:gd name="connsiteX17" fmla="*/ 697044 w 4109182"/>
                <a:gd name="connsiteY17" fmla="*/ 929388 h 1834592"/>
                <a:gd name="connsiteX18" fmla="*/ 837523 w 4109182"/>
                <a:gd name="connsiteY18" fmla="*/ 943549 h 1834592"/>
                <a:gd name="connsiteX19" fmla="*/ 900692 w 4109182"/>
                <a:gd name="connsiteY19" fmla="*/ 963158 h 1834592"/>
                <a:gd name="connsiteX20" fmla="*/ 904276 w 4109182"/>
                <a:gd name="connsiteY20" fmla="*/ 927607 h 1834592"/>
                <a:gd name="connsiteX21" fmla="*/ 2042412 w 4109182"/>
                <a:gd name="connsiteY21" fmla="*/ 0 h 183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9182" h="1834592">
                  <a:moveTo>
                    <a:pt x="2042412" y="0"/>
                  </a:moveTo>
                  <a:cubicBezTo>
                    <a:pt x="2443418" y="0"/>
                    <a:pt x="2796970" y="203175"/>
                    <a:pt x="3005744" y="512199"/>
                  </a:cubicBezTo>
                  <a:lnTo>
                    <a:pt x="3017040" y="533011"/>
                  </a:lnTo>
                  <a:lnTo>
                    <a:pt x="3021755" y="531799"/>
                  </a:lnTo>
                  <a:cubicBezTo>
                    <a:pt x="3080670" y="519743"/>
                    <a:pt x="3141671" y="513412"/>
                    <a:pt x="3204150" y="513412"/>
                  </a:cubicBezTo>
                  <a:cubicBezTo>
                    <a:pt x="3641506" y="513412"/>
                    <a:pt x="4006404" y="823641"/>
                    <a:pt x="4090795" y="1236048"/>
                  </a:cubicBezTo>
                  <a:lnTo>
                    <a:pt x="4108710" y="1413760"/>
                  </a:lnTo>
                  <a:lnTo>
                    <a:pt x="4109181" y="1413760"/>
                  </a:lnTo>
                  <a:lnTo>
                    <a:pt x="4109181" y="1418434"/>
                  </a:lnTo>
                  <a:lnTo>
                    <a:pt x="4109182" y="1418444"/>
                  </a:lnTo>
                  <a:lnTo>
                    <a:pt x="4109181" y="1418454"/>
                  </a:lnTo>
                  <a:lnTo>
                    <a:pt x="4109181" y="1658827"/>
                  </a:lnTo>
                  <a:lnTo>
                    <a:pt x="4109181" y="1834592"/>
                  </a:lnTo>
                  <a:lnTo>
                    <a:pt x="0" y="1834592"/>
                  </a:lnTo>
                  <a:lnTo>
                    <a:pt x="0" y="1658827"/>
                  </a:lnTo>
                  <a:lnTo>
                    <a:pt x="3266" y="1658827"/>
                  </a:lnTo>
                  <a:lnTo>
                    <a:pt x="0" y="1626432"/>
                  </a:lnTo>
                  <a:cubicBezTo>
                    <a:pt x="0" y="1241465"/>
                    <a:pt x="312077" y="929388"/>
                    <a:pt x="697044" y="929388"/>
                  </a:cubicBezTo>
                  <a:cubicBezTo>
                    <a:pt x="745165" y="929388"/>
                    <a:pt x="792147" y="934264"/>
                    <a:pt x="837523" y="943549"/>
                  </a:cubicBezTo>
                  <a:lnTo>
                    <a:pt x="900692" y="963158"/>
                  </a:lnTo>
                  <a:lnTo>
                    <a:pt x="904276" y="927607"/>
                  </a:lnTo>
                  <a:cubicBezTo>
                    <a:pt x="1012604" y="398223"/>
                    <a:pt x="1481003" y="0"/>
                    <a:pt x="2042412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1" name="组 18">
            <a:extLst>
              <a:ext uri="{FF2B5EF4-FFF2-40B4-BE49-F238E27FC236}">
                <a16:creationId xmlns:a16="http://schemas.microsoft.com/office/drawing/2014/main" id="{344BC10B-EC08-6999-09EB-79E215CBB9EE}"/>
              </a:ext>
            </a:extLst>
          </p:cNvPr>
          <p:cNvGrpSpPr/>
          <p:nvPr/>
        </p:nvGrpSpPr>
        <p:grpSpPr>
          <a:xfrm>
            <a:off x="2749898" y="1788186"/>
            <a:ext cx="1103684" cy="3520537"/>
            <a:chOff x="3438256" y="2369433"/>
            <a:chExt cx="1422152" cy="4488566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279D9EE9-579A-AEA2-5BB6-95D0CE06346E}"/>
                </a:ext>
              </a:extLst>
            </p:cNvPr>
            <p:cNvSpPr/>
            <p:nvPr/>
          </p:nvSpPr>
          <p:spPr>
            <a:xfrm>
              <a:off x="4133098" y="2949489"/>
              <a:ext cx="160014" cy="39085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任意形状 7">
              <a:extLst>
                <a:ext uri="{FF2B5EF4-FFF2-40B4-BE49-F238E27FC236}">
                  <a16:creationId xmlns:a16="http://schemas.microsoft.com/office/drawing/2014/main" id="{0B387273-24FF-266D-65D8-37A0B0B738DA}"/>
                </a:ext>
              </a:extLst>
            </p:cNvPr>
            <p:cNvSpPr/>
            <p:nvPr/>
          </p:nvSpPr>
          <p:spPr>
            <a:xfrm>
              <a:off x="3438256" y="2369433"/>
              <a:ext cx="1422152" cy="634936"/>
            </a:xfrm>
            <a:custGeom>
              <a:avLst/>
              <a:gdLst>
                <a:gd name="connsiteX0" fmla="*/ 2042412 w 4109182"/>
                <a:gd name="connsiteY0" fmla="*/ 0 h 1834592"/>
                <a:gd name="connsiteX1" fmla="*/ 3005744 w 4109182"/>
                <a:gd name="connsiteY1" fmla="*/ 512199 h 1834592"/>
                <a:gd name="connsiteX2" fmla="*/ 3017040 w 4109182"/>
                <a:gd name="connsiteY2" fmla="*/ 533011 h 1834592"/>
                <a:gd name="connsiteX3" fmla="*/ 3021755 w 4109182"/>
                <a:gd name="connsiteY3" fmla="*/ 531799 h 1834592"/>
                <a:gd name="connsiteX4" fmla="*/ 3204150 w 4109182"/>
                <a:gd name="connsiteY4" fmla="*/ 513412 h 1834592"/>
                <a:gd name="connsiteX5" fmla="*/ 4090795 w 4109182"/>
                <a:gd name="connsiteY5" fmla="*/ 1236048 h 1834592"/>
                <a:gd name="connsiteX6" fmla="*/ 4108710 w 4109182"/>
                <a:gd name="connsiteY6" fmla="*/ 1413760 h 1834592"/>
                <a:gd name="connsiteX7" fmla="*/ 4109181 w 4109182"/>
                <a:gd name="connsiteY7" fmla="*/ 1413760 h 1834592"/>
                <a:gd name="connsiteX8" fmla="*/ 4109181 w 4109182"/>
                <a:gd name="connsiteY8" fmla="*/ 1418434 h 1834592"/>
                <a:gd name="connsiteX9" fmla="*/ 4109182 w 4109182"/>
                <a:gd name="connsiteY9" fmla="*/ 1418444 h 1834592"/>
                <a:gd name="connsiteX10" fmla="*/ 4109181 w 4109182"/>
                <a:gd name="connsiteY10" fmla="*/ 1418454 h 1834592"/>
                <a:gd name="connsiteX11" fmla="*/ 4109181 w 4109182"/>
                <a:gd name="connsiteY11" fmla="*/ 1658827 h 1834592"/>
                <a:gd name="connsiteX12" fmla="*/ 4109181 w 4109182"/>
                <a:gd name="connsiteY12" fmla="*/ 1834592 h 1834592"/>
                <a:gd name="connsiteX13" fmla="*/ 0 w 4109182"/>
                <a:gd name="connsiteY13" fmla="*/ 1834592 h 1834592"/>
                <a:gd name="connsiteX14" fmla="*/ 0 w 4109182"/>
                <a:gd name="connsiteY14" fmla="*/ 1658827 h 1834592"/>
                <a:gd name="connsiteX15" fmla="*/ 3266 w 4109182"/>
                <a:gd name="connsiteY15" fmla="*/ 1658827 h 1834592"/>
                <a:gd name="connsiteX16" fmla="*/ 0 w 4109182"/>
                <a:gd name="connsiteY16" fmla="*/ 1626432 h 1834592"/>
                <a:gd name="connsiteX17" fmla="*/ 697044 w 4109182"/>
                <a:gd name="connsiteY17" fmla="*/ 929388 h 1834592"/>
                <a:gd name="connsiteX18" fmla="*/ 837523 w 4109182"/>
                <a:gd name="connsiteY18" fmla="*/ 943549 h 1834592"/>
                <a:gd name="connsiteX19" fmla="*/ 900692 w 4109182"/>
                <a:gd name="connsiteY19" fmla="*/ 963158 h 1834592"/>
                <a:gd name="connsiteX20" fmla="*/ 904276 w 4109182"/>
                <a:gd name="connsiteY20" fmla="*/ 927607 h 1834592"/>
                <a:gd name="connsiteX21" fmla="*/ 2042412 w 4109182"/>
                <a:gd name="connsiteY21" fmla="*/ 0 h 183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9182" h="1834592">
                  <a:moveTo>
                    <a:pt x="2042412" y="0"/>
                  </a:moveTo>
                  <a:cubicBezTo>
                    <a:pt x="2443418" y="0"/>
                    <a:pt x="2796970" y="203175"/>
                    <a:pt x="3005744" y="512199"/>
                  </a:cubicBezTo>
                  <a:lnTo>
                    <a:pt x="3017040" y="533011"/>
                  </a:lnTo>
                  <a:lnTo>
                    <a:pt x="3021755" y="531799"/>
                  </a:lnTo>
                  <a:cubicBezTo>
                    <a:pt x="3080670" y="519743"/>
                    <a:pt x="3141671" y="513412"/>
                    <a:pt x="3204150" y="513412"/>
                  </a:cubicBezTo>
                  <a:cubicBezTo>
                    <a:pt x="3641506" y="513412"/>
                    <a:pt x="4006404" y="823641"/>
                    <a:pt x="4090795" y="1236048"/>
                  </a:cubicBezTo>
                  <a:lnTo>
                    <a:pt x="4108710" y="1413760"/>
                  </a:lnTo>
                  <a:lnTo>
                    <a:pt x="4109181" y="1413760"/>
                  </a:lnTo>
                  <a:lnTo>
                    <a:pt x="4109181" y="1418434"/>
                  </a:lnTo>
                  <a:lnTo>
                    <a:pt x="4109182" y="1418444"/>
                  </a:lnTo>
                  <a:lnTo>
                    <a:pt x="4109181" y="1418454"/>
                  </a:lnTo>
                  <a:lnTo>
                    <a:pt x="4109181" y="1658827"/>
                  </a:lnTo>
                  <a:lnTo>
                    <a:pt x="4109181" y="1834592"/>
                  </a:lnTo>
                  <a:lnTo>
                    <a:pt x="0" y="1834592"/>
                  </a:lnTo>
                  <a:lnTo>
                    <a:pt x="0" y="1658827"/>
                  </a:lnTo>
                  <a:lnTo>
                    <a:pt x="3266" y="1658827"/>
                  </a:lnTo>
                  <a:lnTo>
                    <a:pt x="0" y="1626432"/>
                  </a:lnTo>
                  <a:cubicBezTo>
                    <a:pt x="0" y="1241465"/>
                    <a:pt x="312077" y="929388"/>
                    <a:pt x="697044" y="929388"/>
                  </a:cubicBezTo>
                  <a:cubicBezTo>
                    <a:pt x="745165" y="929388"/>
                    <a:pt x="792147" y="934264"/>
                    <a:pt x="837523" y="943549"/>
                  </a:cubicBezTo>
                  <a:lnTo>
                    <a:pt x="900692" y="963158"/>
                  </a:lnTo>
                  <a:lnTo>
                    <a:pt x="904276" y="927607"/>
                  </a:lnTo>
                  <a:cubicBezTo>
                    <a:pt x="1012604" y="398223"/>
                    <a:pt x="1481003" y="0"/>
                    <a:pt x="2042412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4" name="任意形状 8">
            <a:extLst>
              <a:ext uri="{FF2B5EF4-FFF2-40B4-BE49-F238E27FC236}">
                <a16:creationId xmlns:a16="http://schemas.microsoft.com/office/drawing/2014/main" id="{24D3DB8F-A600-24EA-1143-7FAFB9C78FDE}"/>
              </a:ext>
            </a:extLst>
          </p:cNvPr>
          <p:cNvSpPr/>
          <p:nvPr/>
        </p:nvSpPr>
        <p:spPr>
          <a:xfrm>
            <a:off x="2871851" y="3643684"/>
            <a:ext cx="711076" cy="317468"/>
          </a:xfrm>
          <a:custGeom>
            <a:avLst/>
            <a:gdLst>
              <a:gd name="connsiteX0" fmla="*/ 2042412 w 4109182"/>
              <a:gd name="connsiteY0" fmla="*/ 0 h 1834592"/>
              <a:gd name="connsiteX1" fmla="*/ 3005744 w 4109182"/>
              <a:gd name="connsiteY1" fmla="*/ 512199 h 1834592"/>
              <a:gd name="connsiteX2" fmla="*/ 3017040 w 4109182"/>
              <a:gd name="connsiteY2" fmla="*/ 533011 h 1834592"/>
              <a:gd name="connsiteX3" fmla="*/ 3021755 w 4109182"/>
              <a:gd name="connsiteY3" fmla="*/ 531799 h 1834592"/>
              <a:gd name="connsiteX4" fmla="*/ 3204150 w 4109182"/>
              <a:gd name="connsiteY4" fmla="*/ 513412 h 1834592"/>
              <a:gd name="connsiteX5" fmla="*/ 4090795 w 4109182"/>
              <a:gd name="connsiteY5" fmla="*/ 1236048 h 1834592"/>
              <a:gd name="connsiteX6" fmla="*/ 4108710 w 4109182"/>
              <a:gd name="connsiteY6" fmla="*/ 1413760 h 1834592"/>
              <a:gd name="connsiteX7" fmla="*/ 4109181 w 4109182"/>
              <a:gd name="connsiteY7" fmla="*/ 1413760 h 1834592"/>
              <a:gd name="connsiteX8" fmla="*/ 4109181 w 4109182"/>
              <a:gd name="connsiteY8" fmla="*/ 1418434 h 1834592"/>
              <a:gd name="connsiteX9" fmla="*/ 4109182 w 4109182"/>
              <a:gd name="connsiteY9" fmla="*/ 1418444 h 1834592"/>
              <a:gd name="connsiteX10" fmla="*/ 4109181 w 4109182"/>
              <a:gd name="connsiteY10" fmla="*/ 1418454 h 1834592"/>
              <a:gd name="connsiteX11" fmla="*/ 4109181 w 4109182"/>
              <a:gd name="connsiteY11" fmla="*/ 1658827 h 1834592"/>
              <a:gd name="connsiteX12" fmla="*/ 4109181 w 4109182"/>
              <a:gd name="connsiteY12" fmla="*/ 1834592 h 1834592"/>
              <a:gd name="connsiteX13" fmla="*/ 0 w 4109182"/>
              <a:gd name="connsiteY13" fmla="*/ 1834592 h 1834592"/>
              <a:gd name="connsiteX14" fmla="*/ 0 w 4109182"/>
              <a:gd name="connsiteY14" fmla="*/ 1658827 h 1834592"/>
              <a:gd name="connsiteX15" fmla="*/ 3266 w 4109182"/>
              <a:gd name="connsiteY15" fmla="*/ 1658827 h 1834592"/>
              <a:gd name="connsiteX16" fmla="*/ 0 w 4109182"/>
              <a:gd name="connsiteY16" fmla="*/ 1626432 h 1834592"/>
              <a:gd name="connsiteX17" fmla="*/ 697044 w 4109182"/>
              <a:gd name="connsiteY17" fmla="*/ 929388 h 1834592"/>
              <a:gd name="connsiteX18" fmla="*/ 837523 w 4109182"/>
              <a:gd name="connsiteY18" fmla="*/ 943549 h 1834592"/>
              <a:gd name="connsiteX19" fmla="*/ 900692 w 4109182"/>
              <a:gd name="connsiteY19" fmla="*/ 963158 h 1834592"/>
              <a:gd name="connsiteX20" fmla="*/ 904276 w 4109182"/>
              <a:gd name="connsiteY20" fmla="*/ 927607 h 1834592"/>
              <a:gd name="connsiteX21" fmla="*/ 2042412 w 4109182"/>
              <a:gd name="connsiteY21" fmla="*/ 0 h 183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09182" h="1834592">
                <a:moveTo>
                  <a:pt x="2042412" y="0"/>
                </a:moveTo>
                <a:cubicBezTo>
                  <a:pt x="2443418" y="0"/>
                  <a:pt x="2796970" y="203175"/>
                  <a:pt x="3005744" y="512199"/>
                </a:cubicBezTo>
                <a:lnTo>
                  <a:pt x="3017040" y="533011"/>
                </a:lnTo>
                <a:lnTo>
                  <a:pt x="3021755" y="531799"/>
                </a:lnTo>
                <a:cubicBezTo>
                  <a:pt x="3080670" y="519743"/>
                  <a:pt x="3141671" y="513412"/>
                  <a:pt x="3204150" y="513412"/>
                </a:cubicBezTo>
                <a:cubicBezTo>
                  <a:pt x="3641506" y="513412"/>
                  <a:pt x="4006404" y="823641"/>
                  <a:pt x="4090795" y="1236048"/>
                </a:cubicBezTo>
                <a:lnTo>
                  <a:pt x="4108710" y="1413760"/>
                </a:lnTo>
                <a:lnTo>
                  <a:pt x="4109181" y="1413760"/>
                </a:lnTo>
                <a:lnTo>
                  <a:pt x="4109181" y="1418434"/>
                </a:lnTo>
                <a:lnTo>
                  <a:pt x="4109182" y="1418444"/>
                </a:lnTo>
                <a:lnTo>
                  <a:pt x="4109181" y="1418454"/>
                </a:lnTo>
                <a:lnTo>
                  <a:pt x="4109181" y="1658827"/>
                </a:lnTo>
                <a:lnTo>
                  <a:pt x="4109181" y="1834592"/>
                </a:lnTo>
                <a:lnTo>
                  <a:pt x="0" y="1834592"/>
                </a:lnTo>
                <a:lnTo>
                  <a:pt x="0" y="1658827"/>
                </a:lnTo>
                <a:lnTo>
                  <a:pt x="3266" y="1658827"/>
                </a:lnTo>
                <a:lnTo>
                  <a:pt x="0" y="1626432"/>
                </a:lnTo>
                <a:cubicBezTo>
                  <a:pt x="0" y="1241465"/>
                  <a:pt x="312077" y="929388"/>
                  <a:pt x="697044" y="929388"/>
                </a:cubicBezTo>
                <a:cubicBezTo>
                  <a:pt x="745165" y="929388"/>
                  <a:pt x="792147" y="934264"/>
                  <a:pt x="837523" y="943549"/>
                </a:cubicBezTo>
                <a:lnTo>
                  <a:pt x="900692" y="963158"/>
                </a:lnTo>
                <a:lnTo>
                  <a:pt x="904276" y="927607"/>
                </a:lnTo>
                <a:cubicBezTo>
                  <a:pt x="1012604" y="398223"/>
                  <a:pt x="1481003" y="0"/>
                  <a:pt x="204241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5" name="任意形状 9">
            <a:extLst>
              <a:ext uri="{FF2B5EF4-FFF2-40B4-BE49-F238E27FC236}">
                <a16:creationId xmlns:a16="http://schemas.microsoft.com/office/drawing/2014/main" id="{65667D8B-F81B-E2F2-6C49-A3F1A2BF63DF}"/>
              </a:ext>
            </a:extLst>
          </p:cNvPr>
          <p:cNvSpPr/>
          <p:nvPr/>
        </p:nvSpPr>
        <p:spPr>
          <a:xfrm>
            <a:off x="3876888" y="1677870"/>
            <a:ext cx="711076" cy="317468"/>
          </a:xfrm>
          <a:custGeom>
            <a:avLst/>
            <a:gdLst>
              <a:gd name="connsiteX0" fmla="*/ 2042412 w 4109182"/>
              <a:gd name="connsiteY0" fmla="*/ 0 h 1834592"/>
              <a:gd name="connsiteX1" fmla="*/ 3005744 w 4109182"/>
              <a:gd name="connsiteY1" fmla="*/ 512199 h 1834592"/>
              <a:gd name="connsiteX2" fmla="*/ 3017040 w 4109182"/>
              <a:gd name="connsiteY2" fmla="*/ 533011 h 1834592"/>
              <a:gd name="connsiteX3" fmla="*/ 3021755 w 4109182"/>
              <a:gd name="connsiteY3" fmla="*/ 531799 h 1834592"/>
              <a:gd name="connsiteX4" fmla="*/ 3204150 w 4109182"/>
              <a:gd name="connsiteY4" fmla="*/ 513412 h 1834592"/>
              <a:gd name="connsiteX5" fmla="*/ 4090795 w 4109182"/>
              <a:gd name="connsiteY5" fmla="*/ 1236048 h 1834592"/>
              <a:gd name="connsiteX6" fmla="*/ 4108710 w 4109182"/>
              <a:gd name="connsiteY6" fmla="*/ 1413760 h 1834592"/>
              <a:gd name="connsiteX7" fmla="*/ 4109181 w 4109182"/>
              <a:gd name="connsiteY7" fmla="*/ 1413760 h 1834592"/>
              <a:gd name="connsiteX8" fmla="*/ 4109181 w 4109182"/>
              <a:gd name="connsiteY8" fmla="*/ 1418434 h 1834592"/>
              <a:gd name="connsiteX9" fmla="*/ 4109182 w 4109182"/>
              <a:gd name="connsiteY9" fmla="*/ 1418444 h 1834592"/>
              <a:gd name="connsiteX10" fmla="*/ 4109181 w 4109182"/>
              <a:gd name="connsiteY10" fmla="*/ 1418454 h 1834592"/>
              <a:gd name="connsiteX11" fmla="*/ 4109181 w 4109182"/>
              <a:gd name="connsiteY11" fmla="*/ 1658827 h 1834592"/>
              <a:gd name="connsiteX12" fmla="*/ 4109181 w 4109182"/>
              <a:gd name="connsiteY12" fmla="*/ 1834592 h 1834592"/>
              <a:gd name="connsiteX13" fmla="*/ 0 w 4109182"/>
              <a:gd name="connsiteY13" fmla="*/ 1834592 h 1834592"/>
              <a:gd name="connsiteX14" fmla="*/ 0 w 4109182"/>
              <a:gd name="connsiteY14" fmla="*/ 1658827 h 1834592"/>
              <a:gd name="connsiteX15" fmla="*/ 3266 w 4109182"/>
              <a:gd name="connsiteY15" fmla="*/ 1658827 h 1834592"/>
              <a:gd name="connsiteX16" fmla="*/ 0 w 4109182"/>
              <a:gd name="connsiteY16" fmla="*/ 1626432 h 1834592"/>
              <a:gd name="connsiteX17" fmla="*/ 697044 w 4109182"/>
              <a:gd name="connsiteY17" fmla="*/ 929388 h 1834592"/>
              <a:gd name="connsiteX18" fmla="*/ 837523 w 4109182"/>
              <a:gd name="connsiteY18" fmla="*/ 943549 h 1834592"/>
              <a:gd name="connsiteX19" fmla="*/ 900692 w 4109182"/>
              <a:gd name="connsiteY19" fmla="*/ 963158 h 1834592"/>
              <a:gd name="connsiteX20" fmla="*/ 904276 w 4109182"/>
              <a:gd name="connsiteY20" fmla="*/ 927607 h 1834592"/>
              <a:gd name="connsiteX21" fmla="*/ 2042412 w 4109182"/>
              <a:gd name="connsiteY21" fmla="*/ 0 h 183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09182" h="1834592">
                <a:moveTo>
                  <a:pt x="2042412" y="0"/>
                </a:moveTo>
                <a:cubicBezTo>
                  <a:pt x="2443418" y="0"/>
                  <a:pt x="2796970" y="203175"/>
                  <a:pt x="3005744" y="512199"/>
                </a:cubicBezTo>
                <a:lnTo>
                  <a:pt x="3017040" y="533011"/>
                </a:lnTo>
                <a:lnTo>
                  <a:pt x="3021755" y="531799"/>
                </a:lnTo>
                <a:cubicBezTo>
                  <a:pt x="3080670" y="519743"/>
                  <a:pt x="3141671" y="513412"/>
                  <a:pt x="3204150" y="513412"/>
                </a:cubicBezTo>
                <a:cubicBezTo>
                  <a:pt x="3641506" y="513412"/>
                  <a:pt x="4006404" y="823641"/>
                  <a:pt x="4090795" y="1236048"/>
                </a:cubicBezTo>
                <a:lnTo>
                  <a:pt x="4108710" y="1413760"/>
                </a:lnTo>
                <a:lnTo>
                  <a:pt x="4109181" y="1413760"/>
                </a:lnTo>
                <a:lnTo>
                  <a:pt x="4109181" y="1418434"/>
                </a:lnTo>
                <a:lnTo>
                  <a:pt x="4109182" y="1418444"/>
                </a:lnTo>
                <a:lnTo>
                  <a:pt x="4109181" y="1418454"/>
                </a:lnTo>
                <a:lnTo>
                  <a:pt x="4109181" y="1658827"/>
                </a:lnTo>
                <a:lnTo>
                  <a:pt x="4109181" y="1834592"/>
                </a:lnTo>
                <a:lnTo>
                  <a:pt x="0" y="1834592"/>
                </a:lnTo>
                <a:lnTo>
                  <a:pt x="0" y="1658827"/>
                </a:lnTo>
                <a:lnTo>
                  <a:pt x="3266" y="1658827"/>
                </a:lnTo>
                <a:lnTo>
                  <a:pt x="0" y="1626432"/>
                </a:lnTo>
                <a:cubicBezTo>
                  <a:pt x="0" y="1241465"/>
                  <a:pt x="312077" y="929388"/>
                  <a:pt x="697044" y="929388"/>
                </a:cubicBezTo>
                <a:cubicBezTo>
                  <a:pt x="745165" y="929388"/>
                  <a:pt x="792147" y="934264"/>
                  <a:pt x="837523" y="943549"/>
                </a:cubicBezTo>
                <a:lnTo>
                  <a:pt x="900692" y="963158"/>
                </a:lnTo>
                <a:lnTo>
                  <a:pt x="904276" y="927607"/>
                </a:lnTo>
                <a:cubicBezTo>
                  <a:pt x="1012604" y="398223"/>
                  <a:pt x="1481003" y="0"/>
                  <a:pt x="204241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6" name="任意形状 11">
            <a:extLst>
              <a:ext uri="{FF2B5EF4-FFF2-40B4-BE49-F238E27FC236}">
                <a16:creationId xmlns:a16="http://schemas.microsoft.com/office/drawing/2014/main" id="{52BB8CCA-1073-1736-507B-B375F212ED27}"/>
              </a:ext>
            </a:extLst>
          </p:cNvPr>
          <p:cNvSpPr/>
          <p:nvPr/>
        </p:nvSpPr>
        <p:spPr>
          <a:xfrm>
            <a:off x="5374932" y="4229466"/>
            <a:ext cx="711076" cy="317468"/>
          </a:xfrm>
          <a:custGeom>
            <a:avLst/>
            <a:gdLst>
              <a:gd name="connsiteX0" fmla="*/ 2042412 w 4109182"/>
              <a:gd name="connsiteY0" fmla="*/ 0 h 1834592"/>
              <a:gd name="connsiteX1" fmla="*/ 3005744 w 4109182"/>
              <a:gd name="connsiteY1" fmla="*/ 512199 h 1834592"/>
              <a:gd name="connsiteX2" fmla="*/ 3017040 w 4109182"/>
              <a:gd name="connsiteY2" fmla="*/ 533011 h 1834592"/>
              <a:gd name="connsiteX3" fmla="*/ 3021755 w 4109182"/>
              <a:gd name="connsiteY3" fmla="*/ 531799 h 1834592"/>
              <a:gd name="connsiteX4" fmla="*/ 3204150 w 4109182"/>
              <a:gd name="connsiteY4" fmla="*/ 513412 h 1834592"/>
              <a:gd name="connsiteX5" fmla="*/ 4090795 w 4109182"/>
              <a:gd name="connsiteY5" fmla="*/ 1236048 h 1834592"/>
              <a:gd name="connsiteX6" fmla="*/ 4108710 w 4109182"/>
              <a:gd name="connsiteY6" fmla="*/ 1413760 h 1834592"/>
              <a:gd name="connsiteX7" fmla="*/ 4109181 w 4109182"/>
              <a:gd name="connsiteY7" fmla="*/ 1413760 h 1834592"/>
              <a:gd name="connsiteX8" fmla="*/ 4109181 w 4109182"/>
              <a:gd name="connsiteY8" fmla="*/ 1418434 h 1834592"/>
              <a:gd name="connsiteX9" fmla="*/ 4109182 w 4109182"/>
              <a:gd name="connsiteY9" fmla="*/ 1418444 h 1834592"/>
              <a:gd name="connsiteX10" fmla="*/ 4109181 w 4109182"/>
              <a:gd name="connsiteY10" fmla="*/ 1418454 h 1834592"/>
              <a:gd name="connsiteX11" fmla="*/ 4109181 w 4109182"/>
              <a:gd name="connsiteY11" fmla="*/ 1658827 h 1834592"/>
              <a:gd name="connsiteX12" fmla="*/ 4109181 w 4109182"/>
              <a:gd name="connsiteY12" fmla="*/ 1834592 h 1834592"/>
              <a:gd name="connsiteX13" fmla="*/ 0 w 4109182"/>
              <a:gd name="connsiteY13" fmla="*/ 1834592 h 1834592"/>
              <a:gd name="connsiteX14" fmla="*/ 0 w 4109182"/>
              <a:gd name="connsiteY14" fmla="*/ 1658827 h 1834592"/>
              <a:gd name="connsiteX15" fmla="*/ 3266 w 4109182"/>
              <a:gd name="connsiteY15" fmla="*/ 1658827 h 1834592"/>
              <a:gd name="connsiteX16" fmla="*/ 0 w 4109182"/>
              <a:gd name="connsiteY16" fmla="*/ 1626432 h 1834592"/>
              <a:gd name="connsiteX17" fmla="*/ 697044 w 4109182"/>
              <a:gd name="connsiteY17" fmla="*/ 929388 h 1834592"/>
              <a:gd name="connsiteX18" fmla="*/ 837523 w 4109182"/>
              <a:gd name="connsiteY18" fmla="*/ 943549 h 1834592"/>
              <a:gd name="connsiteX19" fmla="*/ 900692 w 4109182"/>
              <a:gd name="connsiteY19" fmla="*/ 963158 h 1834592"/>
              <a:gd name="connsiteX20" fmla="*/ 904276 w 4109182"/>
              <a:gd name="connsiteY20" fmla="*/ 927607 h 1834592"/>
              <a:gd name="connsiteX21" fmla="*/ 2042412 w 4109182"/>
              <a:gd name="connsiteY21" fmla="*/ 0 h 183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09182" h="1834592">
                <a:moveTo>
                  <a:pt x="2042412" y="0"/>
                </a:moveTo>
                <a:cubicBezTo>
                  <a:pt x="2443418" y="0"/>
                  <a:pt x="2796970" y="203175"/>
                  <a:pt x="3005744" y="512199"/>
                </a:cubicBezTo>
                <a:lnTo>
                  <a:pt x="3017040" y="533011"/>
                </a:lnTo>
                <a:lnTo>
                  <a:pt x="3021755" y="531799"/>
                </a:lnTo>
                <a:cubicBezTo>
                  <a:pt x="3080670" y="519743"/>
                  <a:pt x="3141671" y="513412"/>
                  <a:pt x="3204150" y="513412"/>
                </a:cubicBezTo>
                <a:cubicBezTo>
                  <a:pt x="3641506" y="513412"/>
                  <a:pt x="4006404" y="823641"/>
                  <a:pt x="4090795" y="1236048"/>
                </a:cubicBezTo>
                <a:lnTo>
                  <a:pt x="4108710" y="1413760"/>
                </a:lnTo>
                <a:lnTo>
                  <a:pt x="4109181" y="1413760"/>
                </a:lnTo>
                <a:lnTo>
                  <a:pt x="4109181" y="1418434"/>
                </a:lnTo>
                <a:lnTo>
                  <a:pt x="4109182" y="1418444"/>
                </a:lnTo>
                <a:lnTo>
                  <a:pt x="4109181" y="1418454"/>
                </a:lnTo>
                <a:lnTo>
                  <a:pt x="4109181" y="1658827"/>
                </a:lnTo>
                <a:lnTo>
                  <a:pt x="4109181" y="1834592"/>
                </a:lnTo>
                <a:lnTo>
                  <a:pt x="0" y="1834592"/>
                </a:lnTo>
                <a:lnTo>
                  <a:pt x="0" y="1658827"/>
                </a:lnTo>
                <a:lnTo>
                  <a:pt x="3266" y="1658827"/>
                </a:lnTo>
                <a:lnTo>
                  <a:pt x="0" y="1626432"/>
                </a:lnTo>
                <a:cubicBezTo>
                  <a:pt x="0" y="1241465"/>
                  <a:pt x="312077" y="929388"/>
                  <a:pt x="697044" y="929388"/>
                </a:cubicBezTo>
                <a:cubicBezTo>
                  <a:pt x="745165" y="929388"/>
                  <a:pt x="792147" y="934264"/>
                  <a:pt x="837523" y="943549"/>
                </a:cubicBezTo>
                <a:lnTo>
                  <a:pt x="900692" y="963158"/>
                </a:lnTo>
                <a:lnTo>
                  <a:pt x="904276" y="927607"/>
                </a:lnTo>
                <a:cubicBezTo>
                  <a:pt x="1012604" y="398223"/>
                  <a:pt x="1481003" y="0"/>
                  <a:pt x="204241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87" name="组 19">
            <a:extLst>
              <a:ext uri="{FF2B5EF4-FFF2-40B4-BE49-F238E27FC236}">
                <a16:creationId xmlns:a16="http://schemas.microsoft.com/office/drawing/2014/main" id="{55ABF5C1-3718-55B2-5854-328B8E52DDCE}"/>
              </a:ext>
            </a:extLst>
          </p:cNvPr>
          <p:cNvGrpSpPr/>
          <p:nvPr/>
        </p:nvGrpSpPr>
        <p:grpSpPr>
          <a:xfrm>
            <a:off x="3219943" y="2381832"/>
            <a:ext cx="1931299" cy="2926891"/>
            <a:chOff x="4389415" y="2754570"/>
            <a:chExt cx="2641809" cy="4103429"/>
          </a:xfrm>
        </p:grpSpPr>
        <p:sp>
          <p:nvSpPr>
            <p:cNvPr id="88" name="任意形状 5">
              <a:extLst>
                <a:ext uri="{FF2B5EF4-FFF2-40B4-BE49-F238E27FC236}">
                  <a16:creationId xmlns:a16="http://schemas.microsoft.com/office/drawing/2014/main" id="{BD6250E2-9504-713A-8562-62542C07F567}"/>
                </a:ext>
              </a:extLst>
            </p:cNvPr>
            <p:cNvSpPr/>
            <p:nvPr/>
          </p:nvSpPr>
          <p:spPr>
            <a:xfrm>
              <a:off x="4389415" y="2754570"/>
              <a:ext cx="2641809" cy="1179465"/>
            </a:xfrm>
            <a:custGeom>
              <a:avLst/>
              <a:gdLst>
                <a:gd name="connsiteX0" fmla="*/ 2042412 w 4109182"/>
                <a:gd name="connsiteY0" fmla="*/ 0 h 1834592"/>
                <a:gd name="connsiteX1" fmla="*/ 3005744 w 4109182"/>
                <a:gd name="connsiteY1" fmla="*/ 512199 h 1834592"/>
                <a:gd name="connsiteX2" fmla="*/ 3017040 w 4109182"/>
                <a:gd name="connsiteY2" fmla="*/ 533011 h 1834592"/>
                <a:gd name="connsiteX3" fmla="*/ 3021755 w 4109182"/>
                <a:gd name="connsiteY3" fmla="*/ 531799 h 1834592"/>
                <a:gd name="connsiteX4" fmla="*/ 3204150 w 4109182"/>
                <a:gd name="connsiteY4" fmla="*/ 513412 h 1834592"/>
                <a:gd name="connsiteX5" fmla="*/ 4090795 w 4109182"/>
                <a:gd name="connsiteY5" fmla="*/ 1236048 h 1834592"/>
                <a:gd name="connsiteX6" fmla="*/ 4108710 w 4109182"/>
                <a:gd name="connsiteY6" fmla="*/ 1413760 h 1834592"/>
                <a:gd name="connsiteX7" fmla="*/ 4109181 w 4109182"/>
                <a:gd name="connsiteY7" fmla="*/ 1413760 h 1834592"/>
                <a:gd name="connsiteX8" fmla="*/ 4109181 w 4109182"/>
                <a:gd name="connsiteY8" fmla="*/ 1418434 h 1834592"/>
                <a:gd name="connsiteX9" fmla="*/ 4109182 w 4109182"/>
                <a:gd name="connsiteY9" fmla="*/ 1418444 h 1834592"/>
                <a:gd name="connsiteX10" fmla="*/ 4109181 w 4109182"/>
                <a:gd name="connsiteY10" fmla="*/ 1418454 h 1834592"/>
                <a:gd name="connsiteX11" fmla="*/ 4109181 w 4109182"/>
                <a:gd name="connsiteY11" fmla="*/ 1658827 h 1834592"/>
                <a:gd name="connsiteX12" fmla="*/ 4109181 w 4109182"/>
                <a:gd name="connsiteY12" fmla="*/ 1834592 h 1834592"/>
                <a:gd name="connsiteX13" fmla="*/ 0 w 4109182"/>
                <a:gd name="connsiteY13" fmla="*/ 1834592 h 1834592"/>
                <a:gd name="connsiteX14" fmla="*/ 0 w 4109182"/>
                <a:gd name="connsiteY14" fmla="*/ 1658827 h 1834592"/>
                <a:gd name="connsiteX15" fmla="*/ 3266 w 4109182"/>
                <a:gd name="connsiteY15" fmla="*/ 1658827 h 1834592"/>
                <a:gd name="connsiteX16" fmla="*/ 0 w 4109182"/>
                <a:gd name="connsiteY16" fmla="*/ 1626432 h 1834592"/>
                <a:gd name="connsiteX17" fmla="*/ 697044 w 4109182"/>
                <a:gd name="connsiteY17" fmla="*/ 929388 h 1834592"/>
                <a:gd name="connsiteX18" fmla="*/ 837523 w 4109182"/>
                <a:gd name="connsiteY18" fmla="*/ 943549 h 1834592"/>
                <a:gd name="connsiteX19" fmla="*/ 900692 w 4109182"/>
                <a:gd name="connsiteY19" fmla="*/ 963158 h 1834592"/>
                <a:gd name="connsiteX20" fmla="*/ 904276 w 4109182"/>
                <a:gd name="connsiteY20" fmla="*/ 927607 h 1834592"/>
                <a:gd name="connsiteX21" fmla="*/ 2042412 w 4109182"/>
                <a:gd name="connsiteY21" fmla="*/ 0 h 183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9182" h="1834592">
                  <a:moveTo>
                    <a:pt x="2042412" y="0"/>
                  </a:moveTo>
                  <a:cubicBezTo>
                    <a:pt x="2443418" y="0"/>
                    <a:pt x="2796970" y="203175"/>
                    <a:pt x="3005744" y="512199"/>
                  </a:cubicBezTo>
                  <a:lnTo>
                    <a:pt x="3017040" y="533011"/>
                  </a:lnTo>
                  <a:lnTo>
                    <a:pt x="3021755" y="531799"/>
                  </a:lnTo>
                  <a:cubicBezTo>
                    <a:pt x="3080670" y="519743"/>
                    <a:pt x="3141671" y="513412"/>
                    <a:pt x="3204150" y="513412"/>
                  </a:cubicBezTo>
                  <a:cubicBezTo>
                    <a:pt x="3641506" y="513412"/>
                    <a:pt x="4006404" y="823641"/>
                    <a:pt x="4090795" y="1236048"/>
                  </a:cubicBezTo>
                  <a:lnTo>
                    <a:pt x="4108710" y="1413760"/>
                  </a:lnTo>
                  <a:lnTo>
                    <a:pt x="4109181" y="1413760"/>
                  </a:lnTo>
                  <a:lnTo>
                    <a:pt x="4109181" y="1418434"/>
                  </a:lnTo>
                  <a:lnTo>
                    <a:pt x="4109182" y="1418444"/>
                  </a:lnTo>
                  <a:lnTo>
                    <a:pt x="4109181" y="1418454"/>
                  </a:lnTo>
                  <a:lnTo>
                    <a:pt x="4109181" y="1658827"/>
                  </a:lnTo>
                  <a:lnTo>
                    <a:pt x="4109181" y="1834592"/>
                  </a:lnTo>
                  <a:lnTo>
                    <a:pt x="0" y="1834592"/>
                  </a:lnTo>
                  <a:lnTo>
                    <a:pt x="0" y="1658827"/>
                  </a:lnTo>
                  <a:lnTo>
                    <a:pt x="3266" y="1658827"/>
                  </a:lnTo>
                  <a:lnTo>
                    <a:pt x="0" y="1626432"/>
                  </a:lnTo>
                  <a:cubicBezTo>
                    <a:pt x="0" y="1241465"/>
                    <a:pt x="312077" y="929388"/>
                    <a:pt x="697044" y="929388"/>
                  </a:cubicBezTo>
                  <a:cubicBezTo>
                    <a:pt x="745165" y="929388"/>
                    <a:pt x="792147" y="934264"/>
                    <a:pt x="837523" y="943549"/>
                  </a:cubicBezTo>
                  <a:lnTo>
                    <a:pt x="900692" y="963158"/>
                  </a:lnTo>
                  <a:lnTo>
                    <a:pt x="904276" y="927607"/>
                  </a:lnTo>
                  <a:cubicBezTo>
                    <a:pt x="1012604" y="398223"/>
                    <a:pt x="1481003" y="0"/>
                    <a:pt x="2042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757641DE-5500-AFBE-26C9-8C5108A665AB}"/>
                </a:ext>
              </a:extLst>
            </p:cNvPr>
            <p:cNvSpPr/>
            <p:nvPr/>
          </p:nvSpPr>
          <p:spPr>
            <a:xfrm>
              <a:off x="5687459" y="3923548"/>
              <a:ext cx="155240" cy="29344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0" name="组 21">
            <a:extLst>
              <a:ext uri="{FF2B5EF4-FFF2-40B4-BE49-F238E27FC236}">
                <a16:creationId xmlns:a16="http://schemas.microsoft.com/office/drawing/2014/main" id="{90152F68-D5EC-46D6-2B57-CD8649839CC2}"/>
              </a:ext>
            </a:extLst>
          </p:cNvPr>
          <p:cNvGrpSpPr/>
          <p:nvPr/>
        </p:nvGrpSpPr>
        <p:grpSpPr>
          <a:xfrm>
            <a:off x="3601657" y="2934667"/>
            <a:ext cx="2323012" cy="2918477"/>
            <a:chOff x="5119219" y="3451421"/>
            <a:chExt cx="2461158" cy="3032217"/>
          </a:xfrm>
        </p:grpSpPr>
        <p:sp>
          <p:nvSpPr>
            <p:cNvPr id="91" name="任意形状 10">
              <a:extLst>
                <a:ext uri="{FF2B5EF4-FFF2-40B4-BE49-F238E27FC236}">
                  <a16:creationId xmlns:a16="http://schemas.microsoft.com/office/drawing/2014/main" id="{B567BE6A-57B6-A170-3DDD-3E4E2653644C}"/>
                </a:ext>
              </a:extLst>
            </p:cNvPr>
            <p:cNvSpPr/>
            <p:nvPr/>
          </p:nvSpPr>
          <p:spPr>
            <a:xfrm>
              <a:off x="5119219" y="3451421"/>
              <a:ext cx="2461158" cy="1159170"/>
            </a:xfrm>
            <a:custGeom>
              <a:avLst/>
              <a:gdLst>
                <a:gd name="connsiteX0" fmla="*/ 2042412 w 4109182"/>
                <a:gd name="connsiteY0" fmla="*/ 0 h 1834592"/>
                <a:gd name="connsiteX1" fmla="*/ 3005744 w 4109182"/>
                <a:gd name="connsiteY1" fmla="*/ 512199 h 1834592"/>
                <a:gd name="connsiteX2" fmla="*/ 3017040 w 4109182"/>
                <a:gd name="connsiteY2" fmla="*/ 533011 h 1834592"/>
                <a:gd name="connsiteX3" fmla="*/ 3021755 w 4109182"/>
                <a:gd name="connsiteY3" fmla="*/ 531799 h 1834592"/>
                <a:gd name="connsiteX4" fmla="*/ 3204150 w 4109182"/>
                <a:gd name="connsiteY4" fmla="*/ 513412 h 1834592"/>
                <a:gd name="connsiteX5" fmla="*/ 4090795 w 4109182"/>
                <a:gd name="connsiteY5" fmla="*/ 1236048 h 1834592"/>
                <a:gd name="connsiteX6" fmla="*/ 4108710 w 4109182"/>
                <a:gd name="connsiteY6" fmla="*/ 1413760 h 1834592"/>
                <a:gd name="connsiteX7" fmla="*/ 4109181 w 4109182"/>
                <a:gd name="connsiteY7" fmla="*/ 1413760 h 1834592"/>
                <a:gd name="connsiteX8" fmla="*/ 4109181 w 4109182"/>
                <a:gd name="connsiteY8" fmla="*/ 1418434 h 1834592"/>
                <a:gd name="connsiteX9" fmla="*/ 4109182 w 4109182"/>
                <a:gd name="connsiteY9" fmla="*/ 1418444 h 1834592"/>
                <a:gd name="connsiteX10" fmla="*/ 4109181 w 4109182"/>
                <a:gd name="connsiteY10" fmla="*/ 1418454 h 1834592"/>
                <a:gd name="connsiteX11" fmla="*/ 4109181 w 4109182"/>
                <a:gd name="connsiteY11" fmla="*/ 1658827 h 1834592"/>
                <a:gd name="connsiteX12" fmla="*/ 4109181 w 4109182"/>
                <a:gd name="connsiteY12" fmla="*/ 1834592 h 1834592"/>
                <a:gd name="connsiteX13" fmla="*/ 0 w 4109182"/>
                <a:gd name="connsiteY13" fmla="*/ 1834592 h 1834592"/>
                <a:gd name="connsiteX14" fmla="*/ 0 w 4109182"/>
                <a:gd name="connsiteY14" fmla="*/ 1658827 h 1834592"/>
                <a:gd name="connsiteX15" fmla="*/ 3266 w 4109182"/>
                <a:gd name="connsiteY15" fmla="*/ 1658827 h 1834592"/>
                <a:gd name="connsiteX16" fmla="*/ 0 w 4109182"/>
                <a:gd name="connsiteY16" fmla="*/ 1626432 h 1834592"/>
                <a:gd name="connsiteX17" fmla="*/ 697044 w 4109182"/>
                <a:gd name="connsiteY17" fmla="*/ 929388 h 1834592"/>
                <a:gd name="connsiteX18" fmla="*/ 837523 w 4109182"/>
                <a:gd name="connsiteY18" fmla="*/ 943549 h 1834592"/>
                <a:gd name="connsiteX19" fmla="*/ 900692 w 4109182"/>
                <a:gd name="connsiteY19" fmla="*/ 963158 h 1834592"/>
                <a:gd name="connsiteX20" fmla="*/ 904276 w 4109182"/>
                <a:gd name="connsiteY20" fmla="*/ 927607 h 1834592"/>
                <a:gd name="connsiteX21" fmla="*/ 2042412 w 4109182"/>
                <a:gd name="connsiteY21" fmla="*/ 0 h 183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9182" h="1834592">
                  <a:moveTo>
                    <a:pt x="2042412" y="0"/>
                  </a:moveTo>
                  <a:cubicBezTo>
                    <a:pt x="2443418" y="0"/>
                    <a:pt x="2796970" y="203175"/>
                    <a:pt x="3005744" y="512199"/>
                  </a:cubicBezTo>
                  <a:lnTo>
                    <a:pt x="3017040" y="533011"/>
                  </a:lnTo>
                  <a:lnTo>
                    <a:pt x="3021755" y="531799"/>
                  </a:lnTo>
                  <a:cubicBezTo>
                    <a:pt x="3080670" y="519743"/>
                    <a:pt x="3141671" y="513412"/>
                    <a:pt x="3204150" y="513412"/>
                  </a:cubicBezTo>
                  <a:cubicBezTo>
                    <a:pt x="3641506" y="513412"/>
                    <a:pt x="4006404" y="823641"/>
                    <a:pt x="4090795" y="1236048"/>
                  </a:cubicBezTo>
                  <a:lnTo>
                    <a:pt x="4108710" y="1413760"/>
                  </a:lnTo>
                  <a:lnTo>
                    <a:pt x="4109181" y="1413760"/>
                  </a:lnTo>
                  <a:lnTo>
                    <a:pt x="4109181" y="1418434"/>
                  </a:lnTo>
                  <a:lnTo>
                    <a:pt x="4109182" y="1418444"/>
                  </a:lnTo>
                  <a:lnTo>
                    <a:pt x="4109181" y="1418454"/>
                  </a:lnTo>
                  <a:lnTo>
                    <a:pt x="4109181" y="1658827"/>
                  </a:lnTo>
                  <a:lnTo>
                    <a:pt x="4109181" y="1834592"/>
                  </a:lnTo>
                  <a:lnTo>
                    <a:pt x="0" y="1834592"/>
                  </a:lnTo>
                  <a:lnTo>
                    <a:pt x="0" y="1658827"/>
                  </a:lnTo>
                  <a:lnTo>
                    <a:pt x="3266" y="1658827"/>
                  </a:lnTo>
                  <a:lnTo>
                    <a:pt x="0" y="1626432"/>
                  </a:lnTo>
                  <a:cubicBezTo>
                    <a:pt x="0" y="1241465"/>
                    <a:pt x="312077" y="929388"/>
                    <a:pt x="697044" y="929388"/>
                  </a:cubicBezTo>
                  <a:cubicBezTo>
                    <a:pt x="745165" y="929388"/>
                    <a:pt x="792147" y="934264"/>
                    <a:pt x="837523" y="943549"/>
                  </a:cubicBezTo>
                  <a:lnTo>
                    <a:pt x="900692" y="963158"/>
                  </a:lnTo>
                  <a:lnTo>
                    <a:pt x="904276" y="927607"/>
                  </a:lnTo>
                  <a:cubicBezTo>
                    <a:pt x="1012604" y="398223"/>
                    <a:pt x="1481003" y="0"/>
                    <a:pt x="2042412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FEFA0DE9-2D8E-0AA2-E3FB-697D42204837}"/>
                </a:ext>
              </a:extLst>
            </p:cNvPr>
            <p:cNvSpPr/>
            <p:nvPr/>
          </p:nvSpPr>
          <p:spPr>
            <a:xfrm>
              <a:off x="6307642" y="4477906"/>
              <a:ext cx="163114" cy="200573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3" name="组 28">
            <a:extLst>
              <a:ext uri="{FF2B5EF4-FFF2-40B4-BE49-F238E27FC236}">
                <a16:creationId xmlns:a16="http://schemas.microsoft.com/office/drawing/2014/main" id="{FD1305DD-C234-CA65-4CD7-CEA8F83578CB}"/>
              </a:ext>
            </a:extLst>
          </p:cNvPr>
          <p:cNvGrpSpPr/>
          <p:nvPr/>
        </p:nvGrpSpPr>
        <p:grpSpPr>
          <a:xfrm>
            <a:off x="196910" y="1677870"/>
            <a:ext cx="2710257" cy="3118017"/>
            <a:chOff x="747948" y="1732322"/>
            <a:chExt cx="2710257" cy="3118017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0B48CA6-6B1A-6277-3262-35503ED91419}"/>
                </a:ext>
              </a:extLst>
            </p:cNvPr>
            <p:cNvSpPr/>
            <p:nvPr/>
          </p:nvSpPr>
          <p:spPr>
            <a:xfrm>
              <a:off x="747948" y="2292334"/>
              <a:ext cx="2710257" cy="1467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解决禅道问题单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72</a:t>
              </a: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条</a:t>
              </a: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负责分配小组成员开发任务，跟踪晶科项目开发进度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负责项目测试环境以及正式环境上线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完成预算管控功能模块的开发</a:t>
              </a:r>
              <a:endPara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21172D4D-E086-A628-B484-1B6D46540272}"/>
                </a:ext>
              </a:extLst>
            </p:cNvPr>
            <p:cNvSpPr/>
            <p:nvPr/>
          </p:nvSpPr>
          <p:spPr>
            <a:xfrm>
              <a:off x="761045" y="1732322"/>
              <a:ext cx="2236510" cy="45512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</a:rPr>
                <a:t>工作成果</a:t>
              </a:r>
              <a:endParaRPr lang="en-US" altLang="zh-CN" sz="2000" b="1" kern="0" dirty="0">
                <a:solidFill>
                  <a:schemeClr val="bg1"/>
                </a:solidFill>
              </a:endParaRP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811E89D6-725C-74D5-0F5F-4BF179CFE88B}"/>
                </a:ext>
              </a:extLst>
            </p:cNvPr>
            <p:cNvSpPr/>
            <p:nvPr/>
          </p:nvSpPr>
          <p:spPr>
            <a:xfrm>
              <a:off x="747979" y="4386301"/>
              <a:ext cx="2710226" cy="4640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对待工作认真负责</a:t>
              </a: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与同事分工协作，互帮互助有团队精神</a:t>
              </a: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81CB26A8-F1C6-8704-43BD-836C3EA7EB17}"/>
                </a:ext>
              </a:extLst>
            </p:cNvPr>
            <p:cNvSpPr/>
            <p:nvPr/>
          </p:nvSpPr>
          <p:spPr>
            <a:xfrm>
              <a:off x="761045" y="3828793"/>
              <a:ext cx="2236509" cy="455125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ct val="130000"/>
                </a:lnSpc>
                <a:defRPr/>
              </a:pPr>
              <a:r>
                <a:rPr lang="zh-CN" altLang="en-US" sz="2000" b="1" kern="0" dirty="0">
                  <a:solidFill>
                    <a:schemeClr val="bg1"/>
                  </a:solidFill>
                </a:rPr>
                <a:t>优缺点</a:t>
              </a:r>
              <a:endParaRPr lang="en-US" altLang="zh-CN" sz="2000" b="1" kern="0" dirty="0">
                <a:solidFill>
                  <a:schemeClr val="bg1"/>
                </a:solidFill>
              </a:endParaRPr>
            </a:p>
          </p:txBody>
        </p:sp>
      </p:grpSp>
      <p:sp>
        <p:nvSpPr>
          <p:cNvPr id="98" name="矩形 97">
            <a:extLst>
              <a:ext uri="{FF2B5EF4-FFF2-40B4-BE49-F238E27FC236}">
                <a16:creationId xmlns:a16="http://schemas.microsoft.com/office/drawing/2014/main" id="{F3046095-81C8-70E0-C2C5-36536AA70578}"/>
              </a:ext>
            </a:extLst>
          </p:cNvPr>
          <p:cNvSpPr/>
          <p:nvPr/>
        </p:nvSpPr>
        <p:spPr>
          <a:xfrm flipH="1">
            <a:off x="6228184" y="2303511"/>
            <a:ext cx="2718906" cy="153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>
                <a:latin typeface="+mn-ea"/>
              </a:rPr>
              <a:t>给小组成员开早会，并带领他们完成新需求的开发与上线，锻炼了自己的管理能力</a:t>
            </a:r>
            <a:endParaRPr lang="en-US" altLang="zh-CN" sz="1050" dirty="0">
              <a:latin typeface="+mn-ea"/>
            </a:endParaRPr>
          </a:p>
          <a:p>
            <a:pPr marL="171450" lvl="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50" dirty="0">
                <a:latin typeface="+mn-ea"/>
              </a:rPr>
              <a:t>提升了将业务模型转换为编码实现的能力，运用多种方法来解决开发中遇到的问题</a:t>
            </a:r>
            <a:endParaRPr lang="en-US" altLang="zh-CN" sz="1050" dirty="0">
              <a:latin typeface="+mn-ea"/>
            </a:endParaRPr>
          </a:p>
          <a:p>
            <a:pPr marL="171450" lvl="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D80C04B-7A4E-6383-C324-ED22185C9204}"/>
              </a:ext>
            </a:extLst>
          </p:cNvPr>
          <p:cNvSpPr/>
          <p:nvPr/>
        </p:nvSpPr>
        <p:spPr>
          <a:xfrm flipH="1">
            <a:off x="6512196" y="1725319"/>
            <a:ext cx="2304712" cy="455125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 defTabSz="1219170">
              <a:lnSpc>
                <a:spcPct val="130000"/>
              </a:lnSpc>
              <a:defRPr/>
            </a:pPr>
            <a:r>
              <a:rPr lang="zh-CN" altLang="en-US" sz="2000" b="1" kern="0" dirty="0">
                <a:solidFill>
                  <a:schemeClr val="bg1"/>
                </a:solidFill>
              </a:rPr>
              <a:t>收获</a:t>
            </a:r>
            <a:endParaRPr lang="en-US" altLang="zh-CN" sz="2000" b="1" kern="0" dirty="0">
              <a:solidFill>
                <a:schemeClr val="bg1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E8D0483-7F7E-74A1-C285-8B51B9945825}"/>
              </a:ext>
            </a:extLst>
          </p:cNvPr>
          <p:cNvSpPr/>
          <p:nvPr/>
        </p:nvSpPr>
        <p:spPr>
          <a:xfrm flipH="1">
            <a:off x="6356008" y="4364148"/>
            <a:ext cx="2615922" cy="664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+mn-ea"/>
              </a:rPr>
              <a:t>在这三个月的工作生活中，我和同事之间相处融洽，公司的工作环境工作氛围很好，并且结交了很多新朋友</a:t>
            </a:r>
            <a:endParaRPr lang="en-US" altLang="zh-CN" sz="1000" dirty="0">
              <a:latin typeface="+mn-ea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4C0C383-2109-0515-5800-CB3F0B995A77}"/>
              </a:ext>
            </a:extLst>
          </p:cNvPr>
          <p:cNvSpPr/>
          <p:nvPr/>
        </p:nvSpPr>
        <p:spPr>
          <a:xfrm flipH="1">
            <a:off x="6580398" y="3755681"/>
            <a:ext cx="2236510" cy="45512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 defTabSz="1219170">
              <a:lnSpc>
                <a:spcPct val="130000"/>
              </a:lnSpc>
              <a:defRPr/>
            </a:pPr>
            <a:r>
              <a:rPr lang="zh-CN" altLang="en-US" sz="2000" b="1" kern="0" dirty="0">
                <a:solidFill>
                  <a:schemeClr val="bg1"/>
                </a:solidFill>
              </a:rPr>
              <a:t>心得体会</a:t>
            </a:r>
            <a:endParaRPr lang="en-US" altLang="zh-CN" sz="2000" b="1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altLang="en-US" dirty="0"/>
              <a:t>展望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678761" y="6551295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  <p:sp>
        <p:nvSpPr>
          <p:cNvPr id="4" name="同心圆 2">
            <a:extLst>
              <a:ext uri="{FF2B5EF4-FFF2-40B4-BE49-F238E27FC236}">
                <a16:creationId xmlns:a16="http://schemas.microsoft.com/office/drawing/2014/main" id="{610806BA-55D5-9195-DB5E-08CA60DC120B}"/>
              </a:ext>
            </a:extLst>
          </p:cNvPr>
          <p:cNvSpPr/>
          <p:nvPr/>
        </p:nvSpPr>
        <p:spPr>
          <a:xfrm>
            <a:off x="918501" y="1403896"/>
            <a:ext cx="1942522" cy="1983079"/>
          </a:xfrm>
          <a:prstGeom prst="donut">
            <a:avLst>
              <a:gd name="adj" fmla="val 102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" name="同心圆 3">
            <a:extLst>
              <a:ext uri="{FF2B5EF4-FFF2-40B4-BE49-F238E27FC236}">
                <a16:creationId xmlns:a16="http://schemas.microsoft.com/office/drawing/2014/main" id="{0DED389B-DED6-E578-0DFF-3583E4414401}"/>
              </a:ext>
            </a:extLst>
          </p:cNvPr>
          <p:cNvSpPr/>
          <p:nvPr/>
        </p:nvSpPr>
        <p:spPr>
          <a:xfrm>
            <a:off x="2666629" y="1403896"/>
            <a:ext cx="1942522" cy="1983079"/>
          </a:xfrm>
          <a:prstGeom prst="donut">
            <a:avLst>
              <a:gd name="adj" fmla="val 102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同心圆 4">
            <a:extLst>
              <a:ext uri="{FF2B5EF4-FFF2-40B4-BE49-F238E27FC236}">
                <a16:creationId xmlns:a16="http://schemas.microsoft.com/office/drawing/2014/main" id="{9455CFD8-33EC-EACB-473E-AC770F938D3D}"/>
              </a:ext>
            </a:extLst>
          </p:cNvPr>
          <p:cNvSpPr/>
          <p:nvPr/>
        </p:nvSpPr>
        <p:spPr>
          <a:xfrm>
            <a:off x="4406338" y="1394753"/>
            <a:ext cx="1942522" cy="1983079"/>
          </a:xfrm>
          <a:prstGeom prst="donut">
            <a:avLst>
              <a:gd name="adj" fmla="val 102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同心圆 5">
            <a:extLst>
              <a:ext uri="{FF2B5EF4-FFF2-40B4-BE49-F238E27FC236}">
                <a16:creationId xmlns:a16="http://schemas.microsoft.com/office/drawing/2014/main" id="{A4601375-8C7E-95C7-D105-13C5CDD3AAAB}"/>
              </a:ext>
            </a:extLst>
          </p:cNvPr>
          <p:cNvSpPr/>
          <p:nvPr/>
        </p:nvSpPr>
        <p:spPr>
          <a:xfrm>
            <a:off x="6160297" y="1413039"/>
            <a:ext cx="1942522" cy="1983079"/>
          </a:xfrm>
          <a:prstGeom prst="donut">
            <a:avLst>
              <a:gd name="adj" fmla="val 10269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空心弧 7">
            <a:extLst>
              <a:ext uri="{FF2B5EF4-FFF2-40B4-BE49-F238E27FC236}">
                <a16:creationId xmlns:a16="http://schemas.microsoft.com/office/drawing/2014/main" id="{8DF4D6B5-D0FC-B306-8363-4B1C111B6E67}"/>
              </a:ext>
            </a:extLst>
          </p:cNvPr>
          <p:cNvSpPr/>
          <p:nvPr/>
        </p:nvSpPr>
        <p:spPr>
          <a:xfrm>
            <a:off x="918501" y="1403897"/>
            <a:ext cx="1942522" cy="1983079"/>
          </a:xfrm>
          <a:prstGeom prst="blockArc">
            <a:avLst>
              <a:gd name="adj1" fmla="val 10800000"/>
              <a:gd name="adj2" fmla="val 2"/>
              <a:gd name="adj3" fmla="val 1005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空心弧 8">
            <a:extLst>
              <a:ext uri="{FF2B5EF4-FFF2-40B4-BE49-F238E27FC236}">
                <a16:creationId xmlns:a16="http://schemas.microsoft.com/office/drawing/2014/main" id="{CEFB9DA9-CE0A-7F62-30E2-61025750929D}"/>
              </a:ext>
            </a:extLst>
          </p:cNvPr>
          <p:cNvSpPr/>
          <p:nvPr/>
        </p:nvSpPr>
        <p:spPr>
          <a:xfrm rot="10800000">
            <a:off x="2666629" y="1403896"/>
            <a:ext cx="1942522" cy="1983079"/>
          </a:xfrm>
          <a:prstGeom prst="blockArc">
            <a:avLst>
              <a:gd name="adj1" fmla="val 10800000"/>
              <a:gd name="adj2" fmla="val 2"/>
              <a:gd name="adj3" fmla="val 1005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空心弧 9">
            <a:extLst>
              <a:ext uri="{FF2B5EF4-FFF2-40B4-BE49-F238E27FC236}">
                <a16:creationId xmlns:a16="http://schemas.microsoft.com/office/drawing/2014/main" id="{82118BBC-16F3-0840-256B-5FAC23742319}"/>
              </a:ext>
            </a:extLst>
          </p:cNvPr>
          <p:cNvSpPr/>
          <p:nvPr/>
        </p:nvSpPr>
        <p:spPr>
          <a:xfrm>
            <a:off x="4413463" y="1413039"/>
            <a:ext cx="1942522" cy="1983079"/>
          </a:xfrm>
          <a:prstGeom prst="blockArc">
            <a:avLst>
              <a:gd name="adj1" fmla="val 10800000"/>
              <a:gd name="adj2" fmla="val 2"/>
              <a:gd name="adj3" fmla="val 1005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" name="空心弧 10">
            <a:extLst>
              <a:ext uri="{FF2B5EF4-FFF2-40B4-BE49-F238E27FC236}">
                <a16:creationId xmlns:a16="http://schemas.microsoft.com/office/drawing/2014/main" id="{777AECE6-9EF2-B908-77D6-96FFA4AE84E2}"/>
              </a:ext>
            </a:extLst>
          </p:cNvPr>
          <p:cNvSpPr/>
          <p:nvPr/>
        </p:nvSpPr>
        <p:spPr>
          <a:xfrm rot="10800000">
            <a:off x="6160297" y="1394753"/>
            <a:ext cx="1942522" cy="1983079"/>
          </a:xfrm>
          <a:prstGeom prst="blockArc">
            <a:avLst>
              <a:gd name="adj1" fmla="val 10800000"/>
              <a:gd name="adj2" fmla="val 2"/>
              <a:gd name="adj3" fmla="val 1005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8">
            <a:extLst>
              <a:ext uri="{FF2B5EF4-FFF2-40B4-BE49-F238E27FC236}">
                <a16:creationId xmlns:a16="http://schemas.microsoft.com/office/drawing/2014/main" id="{5333DFE2-BC5F-F6D4-B396-24E2824679C5}"/>
              </a:ext>
            </a:extLst>
          </p:cNvPr>
          <p:cNvSpPr txBox="1"/>
          <p:nvPr/>
        </p:nvSpPr>
        <p:spPr>
          <a:xfrm>
            <a:off x="1555265" y="4176858"/>
            <a:ext cx="2578154" cy="29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熟悉主线业务，适应主线业务开发。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0EC903-A5BF-6120-EC2C-C263F5F67062}"/>
              </a:ext>
            </a:extLst>
          </p:cNvPr>
          <p:cNvSpPr/>
          <p:nvPr/>
        </p:nvSpPr>
        <p:spPr>
          <a:xfrm>
            <a:off x="1630013" y="3532156"/>
            <a:ext cx="2454434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</a:rPr>
              <a:t>短期目标（</a:t>
            </a: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</a:rPr>
              <a:t>1-2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</a:rPr>
              <a:t>个月）</a:t>
            </a:r>
            <a:endParaRPr lang="en-US" altLang="zh-CN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0" name="组合 22">
            <a:extLst>
              <a:ext uri="{FF2B5EF4-FFF2-40B4-BE49-F238E27FC236}">
                <a16:creationId xmlns:a16="http://schemas.microsoft.com/office/drawing/2014/main" id="{30509C78-F213-A90E-2C31-9959E0A53EBA}"/>
              </a:ext>
            </a:extLst>
          </p:cNvPr>
          <p:cNvGrpSpPr/>
          <p:nvPr/>
        </p:nvGrpSpPr>
        <p:grpSpPr>
          <a:xfrm>
            <a:off x="1612812" y="2193780"/>
            <a:ext cx="539810" cy="432589"/>
            <a:chOff x="3654425" y="5089525"/>
            <a:chExt cx="1860550" cy="1460500"/>
          </a:xfrm>
          <a:solidFill>
            <a:schemeClr val="accent3">
              <a:lumMod val="75000"/>
            </a:schemeClr>
          </a:solidFill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1F49BF8E-4284-C710-F707-B82521E4B7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D3711D8-5E3C-4176-9283-E7BF40D42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3B6E58A-D702-12AE-117F-4AB82E846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6349196-23B1-63DB-8B55-3A18A6493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F4587717-207D-BDE2-D840-697A88D14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06AF90C6-41B9-4438-56F1-C5C0AFAFA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2078FAA4-1C1D-C14F-6091-0FA7D26E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8" name="组合 22">
            <a:extLst>
              <a:ext uri="{FF2B5EF4-FFF2-40B4-BE49-F238E27FC236}">
                <a16:creationId xmlns:a16="http://schemas.microsoft.com/office/drawing/2014/main" id="{AD086AF2-16E3-B05C-0375-BE8F583470DD}"/>
              </a:ext>
            </a:extLst>
          </p:cNvPr>
          <p:cNvGrpSpPr/>
          <p:nvPr/>
        </p:nvGrpSpPr>
        <p:grpSpPr>
          <a:xfrm>
            <a:off x="3354441" y="2193779"/>
            <a:ext cx="539810" cy="432589"/>
            <a:chOff x="3654425" y="5089525"/>
            <a:chExt cx="1860550" cy="1460500"/>
          </a:xfrm>
          <a:solidFill>
            <a:schemeClr val="accent3">
              <a:lumMod val="75000"/>
            </a:schemeClr>
          </a:solidFill>
        </p:grpSpPr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A108FB31-63C4-2705-63B2-D19FB34593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BD4713EC-1B06-F1C7-677A-B7EED761B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D55368C3-D167-2497-6FAF-EAE99B1B0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D5660C9F-28BE-1BD6-8D7B-5E64348B0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9DDAA2D5-9280-263A-507D-623102AE5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51C38F71-1126-7A1F-7FC5-19461835B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349C1379-80B0-B1E5-3C0B-521C22E7A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7" name="组合 22">
            <a:extLst>
              <a:ext uri="{FF2B5EF4-FFF2-40B4-BE49-F238E27FC236}">
                <a16:creationId xmlns:a16="http://schemas.microsoft.com/office/drawing/2014/main" id="{54E7C513-512B-9E31-52F1-758EF8521C5D}"/>
              </a:ext>
            </a:extLst>
          </p:cNvPr>
          <p:cNvGrpSpPr/>
          <p:nvPr/>
        </p:nvGrpSpPr>
        <p:grpSpPr>
          <a:xfrm>
            <a:off x="5124828" y="2179140"/>
            <a:ext cx="539810" cy="432589"/>
            <a:chOff x="3654425" y="5089525"/>
            <a:chExt cx="1860550" cy="1460500"/>
          </a:xfrm>
          <a:solidFill>
            <a:schemeClr val="accent3">
              <a:lumMod val="75000"/>
            </a:schemeClr>
          </a:solidFill>
        </p:grpSpPr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9ADB27C8-AB2A-98B6-A625-F828CCF65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7C2E31A4-4CE6-5F00-1802-83E5E26CB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72C12BE4-B049-C125-69E5-D47ABDCCD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1A65D5D9-7660-6406-0B46-846DBBB6E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7AA0C123-44B9-ED7A-3711-134A3247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B2127B72-32AE-B02C-FDD3-19902F3C3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C81D486E-44A2-1F4F-6D2E-5235A0B7D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5" name="组合 22">
            <a:extLst>
              <a:ext uri="{FF2B5EF4-FFF2-40B4-BE49-F238E27FC236}">
                <a16:creationId xmlns:a16="http://schemas.microsoft.com/office/drawing/2014/main" id="{1AFACD4E-B66B-7111-F575-DF4481E51310}"/>
              </a:ext>
            </a:extLst>
          </p:cNvPr>
          <p:cNvGrpSpPr/>
          <p:nvPr/>
        </p:nvGrpSpPr>
        <p:grpSpPr>
          <a:xfrm>
            <a:off x="6871662" y="2179140"/>
            <a:ext cx="539810" cy="432589"/>
            <a:chOff x="3654425" y="5089525"/>
            <a:chExt cx="1860550" cy="1460500"/>
          </a:xfrm>
          <a:solidFill>
            <a:schemeClr val="accent3">
              <a:lumMod val="75000"/>
            </a:schemeClr>
          </a:solidFill>
        </p:grpSpPr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8B7F9842-5CF2-F792-8308-47D9E17A69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425" y="5089525"/>
              <a:ext cx="1860550" cy="1460500"/>
            </a:xfrm>
            <a:custGeom>
              <a:avLst/>
              <a:gdLst>
                <a:gd name="T0" fmla="*/ 2372 w 2506"/>
                <a:gd name="T1" fmla="*/ 1716 h 1970"/>
                <a:gd name="T2" fmla="*/ 2372 w 2506"/>
                <a:gd name="T3" fmla="*/ 1716 h 1970"/>
                <a:gd name="T4" fmla="*/ 1858 w 2506"/>
                <a:gd name="T5" fmla="*/ 1575 h 1970"/>
                <a:gd name="T6" fmla="*/ 1818 w 2506"/>
                <a:gd name="T7" fmla="*/ 1576 h 1970"/>
                <a:gd name="T8" fmla="*/ 1323 w 2506"/>
                <a:gd name="T9" fmla="*/ 1715 h 1970"/>
                <a:gd name="T10" fmla="*/ 1323 w 2506"/>
                <a:gd name="T11" fmla="*/ 308 h 1970"/>
                <a:gd name="T12" fmla="*/ 1847 w 2506"/>
                <a:gd name="T13" fmla="*/ 133 h 1970"/>
                <a:gd name="T14" fmla="*/ 2372 w 2506"/>
                <a:gd name="T15" fmla="*/ 310 h 1970"/>
                <a:gd name="T16" fmla="*/ 2372 w 2506"/>
                <a:gd name="T17" fmla="*/ 1716 h 1970"/>
                <a:gd name="T18" fmla="*/ 1182 w 2506"/>
                <a:gd name="T19" fmla="*/ 1715 h 1970"/>
                <a:gd name="T20" fmla="*/ 1182 w 2506"/>
                <a:gd name="T21" fmla="*/ 1715 h 1970"/>
                <a:gd name="T22" fmla="*/ 688 w 2506"/>
                <a:gd name="T23" fmla="*/ 1576 h 1970"/>
                <a:gd name="T24" fmla="*/ 647 w 2506"/>
                <a:gd name="T25" fmla="*/ 1575 h 1970"/>
                <a:gd name="T26" fmla="*/ 133 w 2506"/>
                <a:gd name="T27" fmla="*/ 1716 h 1970"/>
                <a:gd name="T28" fmla="*/ 133 w 2506"/>
                <a:gd name="T29" fmla="*/ 310 h 1970"/>
                <a:gd name="T30" fmla="*/ 659 w 2506"/>
                <a:gd name="T31" fmla="*/ 133 h 1970"/>
                <a:gd name="T32" fmla="*/ 1182 w 2506"/>
                <a:gd name="T33" fmla="*/ 308 h 1970"/>
                <a:gd name="T34" fmla="*/ 1182 w 2506"/>
                <a:gd name="T35" fmla="*/ 1715 h 1970"/>
                <a:gd name="T36" fmla="*/ 1849 w 2506"/>
                <a:gd name="T37" fmla="*/ 0 h 1970"/>
                <a:gd name="T38" fmla="*/ 1849 w 2506"/>
                <a:gd name="T39" fmla="*/ 0 h 1970"/>
                <a:gd name="T40" fmla="*/ 1823 w 2506"/>
                <a:gd name="T41" fmla="*/ 0 h 1970"/>
                <a:gd name="T42" fmla="*/ 1253 w 2506"/>
                <a:gd name="T43" fmla="*/ 184 h 1970"/>
                <a:gd name="T44" fmla="*/ 683 w 2506"/>
                <a:gd name="T45" fmla="*/ 0 h 1970"/>
                <a:gd name="T46" fmla="*/ 657 w 2506"/>
                <a:gd name="T47" fmla="*/ 0 h 1970"/>
                <a:gd name="T48" fmla="*/ 5 w 2506"/>
                <a:gd name="T49" fmla="*/ 267 h 1970"/>
                <a:gd name="T50" fmla="*/ 0 w 2506"/>
                <a:gd name="T51" fmla="*/ 279 h 1970"/>
                <a:gd name="T52" fmla="*/ 0 w 2506"/>
                <a:gd name="T53" fmla="*/ 1970 h 1970"/>
                <a:gd name="T54" fmla="*/ 107 w 2506"/>
                <a:gd name="T55" fmla="*/ 1889 h 1970"/>
                <a:gd name="T56" fmla="*/ 682 w 2506"/>
                <a:gd name="T57" fmla="*/ 1709 h 1970"/>
                <a:gd name="T58" fmla="*/ 1190 w 2506"/>
                <a:gd name="T59" fmla="*/ 1876 h 1970"/>
                <a:gd name="T60" fmla="*/ 1208 w 2506"/>
                <a:gd name="T61" fmla="*/ 1888 h 1970"/>
                <a:gd name="T62" fmla="*/ 1253 w 2506"/>
                <a:gd name="T63" fmla="*/ 1924 h 1970"/>
                <a:gd name="T64" fmla="*/ 1298 w 2506"/>
                <a:gd name="T65" fmla="*/ 1888 h 1970"/>
                <a:gd name="T66" fmla="*/ 1316 w 2506"/>
                <a:gd name="T67" fmla="*/ 1876 h 1970"/>
                <a:gd name="T68" fmla="*/ 1824 w 2506"/>
                <a:gd name="T69" fmla="*/ 1709 h 1970"/>
                <a:gd name="T70" fmla="*/ 2399 w 2506"/>
                <a:gd name="T71" fmla="*/ 1889 h 1970"/>
                <a:gd name="T72" fmla="*/ 2506 w 2506"/>
                <a:gd name="T73" fmla="*/ 1970 h 1970"/>
                <a:gd name="T74" fmla="*/ 2506 w 2506"/>
                <a:gd name="T75" fmla="*/ 279 h 1970"/>
                <a:gd name="T76" fmla="*/ 2501 w 2506"/>
                <a:gd name="T77" fmla="*/ 267 h 1970"/>
                <a:gd name="T78" fmla="*/ 1849 w 2506"/>
                <a:gd name="T79" fmla="*/ 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06" h="1970">
                  <a:moveTo>
                    <a:pt x="2372" y="1716"/>
                  </a:moveTo>
                  <a:lnTo>
                    <a:pt x="2372" y="1716"/>
                  </a:lnTo>
                  <a:cubicBezTo>
                    <a:pt x="2261" y="1655"/>
                    <a:pt x="2075" y="1575"/>
                    <a:pt x="1858" y="1575"/>
                  </a:cubicBezTo>
                  <a:cubicBezTo>
                    <a:pt x="1845" y="1575"/>
                    <a:pt x="1831" y="1576"/>
                    <a:pt x="1818" y="1576"/>
                  </a:cubicBezTo>
                  <a:cubicBezTo>
                    <a:pt x="1599" y="1587"/>
                    <a:pt x="1427" y="1659"/>
                    <a:pt x="1323" y="1715"/>
                  </a:cubicBezTo>
                  <a:lnTo>
                    <a:pt x="1323" y="308"/>
                  </a:lnTo>
                  <a:cubicBezTo>
                    <a:pt x="1347" y="271"/>
                    <a:pt x="1462" y="127"/>
                    <a:pt x="1847" y="133"/>
                  </a:cubicBezTo>
                  <a:cubicBezTo>
                    <a:pt x="2229" y="140"/>
                    <a:pt x="2347" y="273"/>
                    <a:pt x="2372" y="310"/>
                  </a:cubicBezTo>
                  <a:lnTo>
                    <a:pt x="2372" y="1716"/>
                  </a:lnTo>
                  <a:close/>
                  <a:moveTo>
                    <a:pt x="1182" y="1715"/>
                  </a:moveTo>
                  <a:lnTo>
                    <a:pt x="1182" y="1715"/>
                  </a:lnTo>
                  <a:cubicBezTo>
                    <a:pt x="1079" y="1659"/>
                    <a:pt x="906" y="1587"/>
                    <a:pt x="688" y="1576"/>
                  </a:cubicBezTo>
                  <a:cubicBezTo>
                    <a:pt x="674" y="1576"/>
                    <a:pt x="661" y="1575"/>
                    <a:pt x="647" y="1575"/>
                  </a:cubicBezTo>
                  <a:cubicBezTo>
                    <a:pt x="431" y="1575"/>
                    <a:pt x="244" y="1655"/>
                    <a:pt x="133" y="1716"/>
                  </a:cubicBezTo>
                  <a:lnTo>
                    <a:pt x="133" y="310"/>
                  </a:lnTo>
                  <a:cubicBezTo>
                    <a:pt x="159" y="273"/>
                    <a:pt x="276" y="140"/>
                    <a:pt x="659" y="133"/>
                  </a:cubicBezTo>
                  <a:cubicBezTo>
                    <a:pt x="1044" y="127"/>
                    <a:pt x="1159" y="271"/>
                    <a:pt x="1182" y="308"/>
                  </a:cubicBezTo>
                  <a:lnTo>
                    <a:pt x="1182" y="1715"/>
                  </a:lnTo>
                  <a:close/>
                  <a:moveTo>
                    <a:pt x="1849" y="0"/>
                  </a:moveTo>
                  <a:lnTo>
                    <a:pt x="1849" y="0"/>
                  </a:lnTo>
                  <a:cubicBezTo>
                    <a:pt x="1840" y="0"/>
                    <a:pt x="1831" y="0"/>
                    <a:pt x="1823" y="0"/>
                  </a:cubicBezTo>
                  <a:cubicBezTo>
                    <a:pt x="1490" y="0"/>
                    <a:pt x="1328" y="105"/>
                    <a:pt x="1253" y="184"/>
                  </a:cubicBezTo>
                  <a:cubicBezTo>
                    <a:pt x="1178" y="105"/>
                    <a:pt x="1015" y="0"/>
                    <a:pt x="683" y="0"/>
                  </a:cubicBezTo>
                  <a:cubicBezTo>
                    <a:pt x="674" y="0"/>
                    <a:pt x="666" y="0"/>
                    <a:pt x="657" y="0"/>
                  </a:cubicBezTo>
                  <a:cubicBezTo>
                    <a:pt x="127" y="9"/>
                    <a:pt x="16" y="240"/>
                    <a:pt x="5" y="267"/>
                  </a:cubicBezTo>
                  <a:lnTo>
                    <a:pt x="0" y="279"/>
                  </a:lnTo>
                  <a:lnTo>
                    <a:pt x="0" y="1970"/>
                  </a:lnTo>
                  <a:lnTo>
                    <a:pt x="107" y="1889"/>
                  </a:lnTo>
                  <a:cubicBezTo>
                    <a:pt x="109" y="1887"/>
                    <a:pt x="369" y="1695"/>
                    <a:pt x="682" y="1709"/>
                  </a:cubicBezTo>
                  <a:cubicBezTo>
                    <a:pt x="943" y="1722"/>
                    <a:pt x="1133" y="1837"/>
                    <a:pt x="1190" y="1876"/>
                  </a:cubicBezTo>
                  <a:cubicBezTo>
                    <a:pt x="1201" y="1883"/>
                    <a:pt x="1207" y="1888"/>
                    <a:pt x="1208" y="1888"/>
                  </a:cubicBezTo>
                  <a:lnTo>
                    <a:pt x="1253" y="1924"/>
                  </a:lnTo>
                  <a:lnTo>
                    <a:pt x="1298" y="1888"/>
                  </a:lnTo>
                  <a:cubicBezTo>
                    <a:pt x="1298" y="1888"/>
                    <a:pt x="1304" y="1883"/>
                    <a:pt x="1316" y="1876"/>
                  </a:cubicBezTo>
                  <a:cubicBezTo>
                    <a:pt x="1373" y="1837"/>
                    <a:pt x="1563" y="1722"/>
                    <a:pt x="1824" y="1709"/>
                  </a:cubicBezTo>
                  <a:cubicBezTo>
                    <a:pt x="2135" y="1695"/>
                    <a:pt x="2396" y="1887"/>
                    <a:pt x="2399" y="1889"/>
                  </a:cubicBezTo>
                  <a:lnTo>
                    <a:pt x="2506" y="1970"/>
                  </a:lnTo>
                  <a:lnTo>
                    <a:pt x="2506" y="279"/>
                  </a:lnTo>
                  <a:lnTo>
                    <a:pt x="2501" y="267"/>
                  </a:lnTo>
                  <a:cubicBezTo>
                    <a:pt x="2490" y="240"/>
                    <a:pt x="2379" y="9"/>
                    <a:pt x="184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63B4FAF1-B274-AAA0-4065-7AF211AE3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3990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0 h 206"/>
                <a:gd name="T12" fmla="*/ 68 w 844"/>
                <a:gd name="T13" fmla="*/ 193 h 206"/>
                <a:gd name="T14" fmla="*/ 437 w 844"/>
                <a:gd name="T15" fmla="*/ 89 h 206"/>
                <a:gd name="T16" fmla="*/ 775 w 844"/>
                <a:gd name="T17" fmla="*/ 193 h 206"/>
                <a:gd name="T18" fmla="*/ 831 w 844"/>
                <a:gd name="T19" fmla="*/ 183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3"/>
                    <a:pt x="667" y="19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3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8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4">
              <a:extLst>
                <a:ext uri="{FF2B5EF4-FFF2-40B4-BE49-F238E27FC236}">
                  <a16:creationId xmlns:a16="http://schemas.microsoft.com/office/drawing/2014/main" id="{39EB25D9-AB2B-097A-F13B-DD00EC72A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6784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4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3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3"/>
                    <a:pt x="775" y="194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">
              <a:extLst>
                <a:ext uri="{FF2B5EF4-FFF2-40B4-BE49-F238E27FC236}">
                  <a16:creationId xmlns:a16="http://schemas.microsoft.com/office/drawing/2014/main" id="{008A59DD-6B5E-B691-C226-542312016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5957888"/>
              <a:ext cx="627063" cy="153988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8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8"/>
                    <a:pt x="68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96BD14AF-7DFF-387F-17E6-0AFB4C5EB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437188"/>
              <a:ext cx="627063" cy="152400"/>
            </a:xfrm>
            <a:custGeom>
              <a:avLst/>
              <a:gdLst>
                <a:gd name="T0" fmla="*/ 822 w 844"/>
                <a:gd name="T1" fmla="*/ 127 h 205"/>
                <a:gd name="T2" fmla="*/ 822 w 844"/>
                <a:gd name="T3" fmla="*/ 127 h 205"/>
                <a:gd name="T4" fmla="*/ 441 w 844"/>
                <a:gd name="T5" fmla="*/ 9 h 205"/>
                <a:gd name="T6" fmla="*/ 23 w 844"/>
                <a:gd name="T7" fmla="*/ 127 h 205"/>
                <a:gd name="T8" fmla="*/ 12 w 844"/>
                <a:gd name="T9" fmla="*/ 182 h 205"/>
                <a:gd name="T10" fmla="*/ 45 w 844"/>
                <a:gd name="T11" fmla="*/ 200 h 205"/>
                <a:gd name="T12" fmla="*/ 67 w 844"/>
                <a:gd name="T13" fmla="*/ 193 h 205"/>
                <a:gd name="T14" fmla="*/ 437 w 844"/>
                <a:gd name="T15" fmla="*/ 89 h 205"/>
                <a:gd name="T16" fmla="*/ 775 w 844"/>
                <a:gd name="T17" fmla="*/ 193 h 205"/>
                <a:gd name="T18" fmla="*/ 831 w 844"/>
                <a:gd name="T19" fmla="*/ 183 h 205"/>
                <a:gd name="T20" fmla="*/ 822 w 844"/>
                <a:gd name="T21" fmla="*/ 127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5">
                  <a:moveTo>
                    <a:pt x="822" y="127"/>
                  </a:moveTo>
                  <a:lnTo>
                    <a:pt x="822" y="127"/>
                  </a:lnTo>
                  <a:cubicBezTo>
                    <a:pt x="815" y="123"/>
                    <a:pt x="667" y="19"/>
                    <a:pt x="441" y="9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39"/>
                    <a:pt x="0" y="164"/>
                    <a:pt x="12" y="182"/>
                  </a:cubicBezTo>
                  <a:cubicBezTo>
                    <a:pt x="20" y="194"/>
                    <a:pt x="32" y="200"/>
                    <a:pt x="45" y="200"/>
                  </a:cubicBezTo>
                  <a:cubicBezTo>
                    <a:pt x="53" y="200"/>
                    <a:pt x="61" y="198"/>
                    <a:pt x="67" y="193"/>
                  </a:cubicBezTo>
                  <a:cubicBezTo>
                    <a:pt x="69" y="192"/>
                    <a:pt x="236" y="81"/>
                    <a:pt x="437" y="89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5"/>
                    <a:pt x="818" y="201"/>
                    <a:pt x="831" y="183"/>
                  </a:cubicBezTo>
                  <a:cubicBezTo>
                    <a:pt x="844" y="165"/>
                    <a:pt x="840" y="140"/>
                    <a:pt x="822" y="1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7">
              <a:extLst>
                <a:ext uri="{FF2B5EF4-FFF2-40B4-BE49-F238E27FC236}">
                  <a16:creationId xmlns:a16="http://schemas.microsoft.com/office/drawing/2014/main" id="{86ECE484-CCD9-8E9A-7AED-67293B3A8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716588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8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8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5"/>
                    <a:pt x="32" y="201"/>
                    <a:pt x="45" y="201"/>
                  </a:cubicBezTo>
                  <a:cubicBezTo>
                    <a:pt x="53" y="201"/>
                    <a:pt x="61" y="199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9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8">
              <a:extLst>
                <a:ext uri="{FF2B5EF4-FFF2-40B4-BE49-F238E27FC236}">
                  <a16:creationId xmlns:a16="http://schemas.microsoft.com/office/drawing/2014/main" id="{DCD11590-B9EF-1A86-F506-AE9024838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3288" y="5997575"/>
              <a:ext cx="627063" cy="152400"/>
            </a:xfrm>
            <a:custGeom>
              <a:avLst/>
              <a:gdLst>
                <a:gd name="T0" fmla="*/ 822 w 844"/>
                <a:gd name="T1" fmla="*/ 128 h 206"/>
                <a:gd name="T2" fmla="*/ 822 w 844"/>
                <a:gd name="T3" fmla="*/ 128 h 206"/>
                <a:gd name="T4" fmla="*/ 441 w 844"/>
                <a:gd name="T5" fmla="*/ 10 h 206"/>
                <a:gd name="T6" fmla="*/ 23 w 844"/>
                <a:gd name="T7" fmla="*/ 127 h 206"/>
                <a:gd name="T8" fmla="*/ 12 w 844"/>
                <a:gd name="T9" fmla="*/ 183 h 206"/>
                <a:gd name="T10" fmla="*/ 45 w 844"/>
                <a:gd name="T11" fmla="*/ 201 h 206"/>
                <a:gd name="T12" fmla="*/ 67 w 844"/>
                <a:gd name="T13" fmla="*/ 194 h 206"/>
                <a:gd name="T14" fmla="*/ 437 w 844"/>
                <a:gd name="T15" fmla="*/ 90 h 206"/>
                <a:gd name="T16" fmla="*/ 775 w 844"/>
                <a:gd name="T17" fmla="*/ 193 h 206"/>
                <a:gd name="T18" fmla="*/ 831 w 844"/>
                <a:gd name="T19" fmla="*/ 184 h 206"/>
                <a:gd name="T20" fmla="*/ 822 w 844"/>
                <a:gd name="T21" fmla="*/ 12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4" h="206">
                  <a:moveTo>
                    <a:pt x="822" y="128"/>
                  </a:moveTo>
                  <a:lnTo>
                    <a:pt x="822" y="128"/>
                  </a:lnTo>
                  <a:cubicBezTo>
                    <a:pt x="815" y="124"/>
                    <a:pt x="667" y="20"/>
                    <a:pt x="441" y="10"/>
                  </a:cubicBezTo>
                  <a:cubicBezTo>
                    <a:pt x="213" y="0"/>
                    <a:pt x="30" y="122"/>
                    <a:pt x="23" y="127"/>
                  </a:cubicBezTo>
                  <a:cubicBezTo>
                    <a:pt x="4" y="140"/>
                    <a:pt x="0" y="165"/>
                    <a:pt x="12" y="183"/>
                  </a:cubicBezTo>
                  <a:cubicBezTo>
                    <a:pt x="20" y="194"/>
                    <a:pt x="32" y="201"/>
                    <a:pt x="45" y="201"/>
                  </a:cubicBezTo>
                  <a:cubicBezTo>
                    <a:pt x="53" y="201"/>
                    <a:pt x="61" y="198"/>
                    <a:pt x="67" y="194"/>
                  </a:cubicBezTo>
                  <a:cubicBezTo>
                    <a:pt x="69" y="193"/>
                    <a:pt x="236" y="82"/>
                    <a:pt x="437" y="90"/>
                  </a:cubicBezTo>
                  <a:cubicBezTo>
                    <a:pt x="639" y="98"/>
                    <a:pt x="774" y="192"/>
                    <a:pt x="775" y="193"/>
                  </a:cubicBezTo>
                  <a:cubicBezTo>
                    <a:pt x="793" y="206"/>
                    <a:pt x="818" y="202"/>
                    <a:pt x="831" y="184"/>
                  </a:cubicBezTo>
                  <a:cubicBezTo>
                    <a:pt x="844" y="166"/>
                    <a:pt x="840" y="141"/>
                    <a:pt x="822" y="12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183965AB-1046-E691-F945-9F365BF82D04}"/>
              </a:ext>
            </a:extLst>
          </p:cNvPr>
          <p:cNvSpPr/>
          <p:nvPr/>
        </p:nvSpPr>
        <p:spPr>
          <a:xfrm>
            <a:off x="4839292" y="3531023"/>
            <a:ext cx="2646570" cy="45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</a:rPr>
              <a:t>中期目标（</a:t>
            </a: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</a:rPr>
              <a:t>1-2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</a:rPr>
              <a:t>年）</a:t>
            </a:r>
            <a:endParaRPr lang="en-US" altLang="zh-CN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1" name="文本框 8">
            <a:extLst>
              <a:ext uri="{FF2B5EF4-FFF2-40B4-BE49-F238E27FC236}">
                <a16:creationId xmlns:a16="http://schemas.microsoft.com/office/drawing/2014/main" id="{E7666D5B-54E2-B696-456F-8BBA6D16A39B}"/>
              </a:ext>
            </a:extLst>
          </p:cNvPr>
          <p:cNvSpPr txBox="1"/>
          <p:nvPr/>
        </p:nvSpPr>
        <p:spPr>
          <a:xfrm>
            <a:off x="4845475" y="4134669"/>
            <a:ext cx="2762246" cy="778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熟悉各光伏产品线业务，对光伏产业有深刻理解，能够完成系统某个功能模块编码设计。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wWX293933\Desktop\12_9\bg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026" name="Picture 2" descr="C:\Users\wWX293933\Desktop\12_9\logo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0648"/>
            <a:ext cx="1656184" cy="58324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876256" y="404664"/>
            <a:ext cx="1659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 创新  共赢</a:t>
            </a:r>
          </a:p>
        </p:txBody>
      </p:sp>
      <p:sp>
        <p:nvSpPr>
          <p:cNvPr id="6" name="文本框 8"/>
          <p:cNvSpPr txBox="1"/>
          <p:nvPr/>
        </p:nvSpPr>
        <p:spPr>
          <a:xfrm>
            <a:off x="3635896" y="256490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60105" y="405130"/>
            <a:ext cx="58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平和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M5Njc3ODFmZTQ3OTc1MzJmMTUzZWVkOWMwZGY4Mm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7153904"/>
  <p:tag name="MH_LIBRARY" val="GRAPHIC"/>
  <p:tag name="MH_TYPE" val="Text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7153904"/>
  <p:tag name="MH_LIBRARY" val="GRAPHIC"/>
  <p:tag name="MH_TYPE" val="Text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7153904"/>
  <p:tag name="MH_LIBRARY" val="GRAPHIC"/>
  <p:tag name="MH_TYPE" val="Text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7153904"/>
  <p:tag name="MH_LIBRARY" val="GRAPHIC"/>
  <p:tag name="MH_TYPE" val="Text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17153904"/>
  <p:tag name="MH_LIBRARY" val="GRAPHIC"/>
  <p:tag name="MH_TYPE" val="Text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LASH_PICTURE_TYP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LASH_PICTURE_TYP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SUBTYPE" val="f"/>
  <p:tag name="KSO_WM_UNIT_TYPE" val="ζ_i"/>
  <p:tag name="KSO_WM_UNIT_INDEX" val="1_1"/>
  <p:tag name="KSO_WM_UNIT_ID" val="mixed20199732_1*ζ_i*1_1"/>
  <p:tag name="KSO_WM_TEMPLATE_CATEGORY" val="mixed"/>
  <p:tag name="KSO_WM_TEMPLATE_INDEX" val="20199732"/>
  <p:tag name="KSO_WM_UNIT_LAYERLEVEL" val="1_1"/>
  <p:tag name="KSO_WM_TAG_VERSION" val="1.0"/>
  <p:tag name="KSO_WM_BEAUTIFY_FLAG" val="#wm#"/>
  <p:tag name="KSO_WM_UNIT_DIAGRAM_MODELTYPE" val="flashPictur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557348"/>
  <p:tag name="KSO_WM_UNIT_DIAGRAM_MODELTYPE" val="flashPicture"/>
  <p:tag name="KSO_WM_UNIT_VALUE" val="1533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1_1"/>
  <p:tag name="KSO_WM_UNIT_ID" val="mixed20199732_1*ζ_h_d*1_1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UNIT_FLASH_PICTURE_RATE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2_1"/>
  <p:tag name="KSO_WM_UNIT_ID" val="mixed20199732_1*ζ_h_i*1_2_1"/>
  <p:tag name="KSO_WM_TEMPLATE_CATEGORY" val="mixed"/>
  <p:tag name="KSO_WM_TEMPLATE_INDEX" val="20199732"/>
  <p:tag name="KSO_WM_UNIT_LAYERLEVEL" val="1_1_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4_1"/>
  <p:tag name="KSO_WM_UNIT_ID" val="mixed20199732_1*ζ_h_i*1_4_1"/>
  <p:tag name="KSO_WM_TEMPLATE_CATEGORY" val="mixed"/>
  <p:tag name="KSO_WM_TEMPLATE_INDEX" val="20199732"/>
  <p:tag name="KSO_WM_UNIT_LAYERLEVEL" val="1_1_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1"/>
  <p:tag name="KSO_WM_UNIT_ID" val="mixed20199732_1*ζ_h_i*1_1_1"/>
  <p:tag name="KSO_WM_TEMPLATE_CATEGORY" val="mixed"/>
  <p:tag name="KSO_WM_TEMPLATE_INDEX" val="20199732"/>
  <p:tag name="KSO_WM_UNIT_LAYERLEVEL" val="1_1_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3_1"/>
  <p:tag name="KSO_WM_UNIT_ID" val="mixed20199732_1*ζ_h_i*1_3_1"/>
  <p:tag name="KSO_WM_TEMPLATE_CATEGORY" val="mixed"/>
  <p:tag name="KSO_WM_TEMPLATE_INDEX" val="20199732"/>
  <p:tag name="KSO_WM_UNIT_LAYERLEVEL" val="1_1_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557348"/>
  <p:tag name="KSO_WM_UNIT_DIAGRAM_MODELTYPE" val="flashPicture"/>
  <p:tag name="KSO_WM_UNIT_VALUE" val="1533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2_1"/>
  <p:tag name="KSO_WM_UNIT_ID" val="mixed20199732_1*ζ_h_d*1_2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UNIT_FLASH_PICTURE_RAT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557348"/>
  <p:tag name="KSO_WM_UNIT_DIAGRAM_MODELTYPE" val="flashPicture"/>
  <p:tag name="KSO_WM_UNIT_VALUE" val="1533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3_1"/>
  <p:tag name="KSO_WM_UNIT_ID" val="mixed20199732_1*ζ_h_d*1_3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UNIT_FLASH_PICTURE_RATE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  <p:tag name="RESOURCELIBID_ANIM" val="557348"/>
  <p:tag name="KSO_WM_UNIT_DIAGRAM_MODELTYPE" val="flashPicture"/>
  <p:tag name="KSO_WM_UNIT_VALUE" val="1533*2045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4_1"/>
  <p:tag name="KSO_WM_UNIT_ID" val="mixed20199732_1*ζ_h_d*1_4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UNIT_FLASH_PICTURE_RATE" val="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g4MTYwMzQyODcwIiwKCSJHcm91cElkIiA6ICIxNDIxMTIwOTEiLAoJIkltYWdlIiA6ICJpVkJPUncwS0dnb0FBQUFOU1VoRVVnQUFBNThBQUFIT0NBWUFBQUFmWEwwSEFBQUFDWEJJV1hNQUFBc1RBQUFMRXdFQW1wd1lBQUFnQUVsRVFWUjRuT3pkZVhoVFpmbzM4TzlKMHFUN0VtaEw2VUpiRUFwZGs2cUlHek1nSS9yVGNSdEhSQkJSWUp3WmRWUmtaQVNGNHM0d3ZpTzRJTElwakNpb0l5N2pncUM0NFlnMHRLVklvUzFkZ05MU2ZVblNKRDNuL1lPbWsrNHR0RDFadnAvcjhqSTVXKzZUUGlUUG5mczV6d0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FZ08vdjcrU1FBVWNzZEJSRVJFUkVSRUE4dFBwOVBaZXRwQW85R005Zkh4bWRqRkttSDQ4T0h6Qm1vZkFORHI5UklBLzY3MkN3c0wrMk5BUU1CbEhWZkV4TVM4MnRXeHhvd1o4MWwzcjNNdU5Cck51TURBd0d2TzR4RERRa0pDYnU5aGZVQmtaT1FxQU9vdTF2bjM4TjRvUTBKQ3JnY2dBQWpzN3VEQndjRTM5aXRhSWlJaTZrUWxkd0JFUkM1TUVBUkIyZE1HYXJVNlBDWW1abk51Ym00Q0FLdkRLbVZNVE16cmxaV1Y2d2Rpbis3NCtmbWxqQnc1OGtVdkw2L3dvcUtpT1IzWEJ3Y0gzMXBTVXZMSGhJU0VnNDdMZlh4OGtoeVhIVGx5NURjQWpIcTl2a0VVeGFiZVhsZWhVUGhsWm1iNkFEQURRSGg0K0VKUkZPdnE2K3MvN1d2c0hhaGpZbUplRlVXeHFxNnU3b3N1MXRzQ0FnS214TVhGYlR4Ky9QaXMvaHc0TGk3dWc1cWFtc2dMTHJoZ1MyTmo0OTZ5c3JLbkFHRE1tREZmNU9mbi93WUE0dVBqLzUyWm1TbWNZK3hFUkVRRUpwOUVSSDNsMzEzaWxaYVcxdWo0dkRYeDhnSmdhMmhvK0xhMnR2WURiMi92S0xQWmZMd3ZMM1F1KzNUazUrZVhGaG9hK3RlZ29LRHA1ZVhsejU4K2ZmcWZBSnE3Mi83SWtTTnBqczlUVWxJcU95NURhK1V3THk5dmlyZTM5d1UxTlRYLzZ1WndLcjFlNzVnMGg0YUVoTndtU1pKVnE5WE9iZHRJcFJwbXM5bXFISGZNenM1T0JsQ20wK2xzVnF2MUJBQ28xZXBSRm91bHVLV2xwVFk2T25wZGRIUjAyeklBS0Nnb3VOeGtNcDBvS2lxNmVkeTRjVmtoSVNHMzE5VFViT3ZsTGJKcmFXbHBzUUNvT25iczJQLzUrdm9tYWpTYXNjM056U2NDQWdLdTdPTXhpSWlJcUErWWZCSVI5Y1BCZ3djZGgyNzY2L1g2aHE2V0FVQnljdklKKzBLdFZuc2JBQlFVRkZ4dk5Cb045dVU2bmM1c2YzejY5T20vRHg4K2ZHNS85eWtySzN2YzRmVjl4NDBidDF1ajBjUldWRlM4VWxSVWRCK0E2bzduWVk5TnBWS0ZKQ2NubjhqSnlkR2xwS1FjdGxnc0JRQmdzOWtxRWhJU2ZsU3IxYU96czdORFczY3psNVNVekE4TEMxdGdzOWxxZTBnK1cwcEtTdWFqdFdvYkhSMmRjZXJVcWNmUG5EbXoybUViYjcxZWI4ck96aDdlelRGdzZOQ2hXUHY1Mmg4N3ZnY2RsNW5ONXFMOC9Qd3JtNXFhY3JvN1pnZmhmbjUreVlJZzJHSmpZemQ3ZTN1UDgvTHlDbTl1Ymk0c0xpNitwNC9ISUNJaW9qNWk4a2xFTkVoeWNuS2lBSGpoYkJJVzVPUGpFMmd5bVVvZHR6RVlETjZPejFzVHlYN3QwNEd4cEtUa0x5YVQ2UURhRDludEtqYWtwS1JVMmg5TGt0Ujg1TWlSU3h5M2MweWdBZGdxS3l2WGg0ZUhML2J5OGdydjZmclRyS3lzWVFCYUFnSUNydkR6ODd1a3RMVDBnUjVpN2xKTVRNenIvdjcra3dSQlVFK1lNT0dRNHpySFpZY1BIMDRDRUFUQXE2bXA2U1FBc1MvSGo0K1BmMTBVeFJwQkVOUm56cHpaMU5UVWRBaEFPUUFsZ0I2djVTVWlJcUwrWS9KSlJOUVB5Y25KcCsyUEJVRVF1bHNHQU9IaDRYOEI0RnRlWHY2c1ZxdTlPaVFrNU02Q2dvTHJlanIrdWV6VE9wbU8vWEZEYitkdzdOaXhLeG9hR3I3cnVGeWxVb1dPSFR2MnU0N0xISi83K1BoRWFUU2F1TXpNekRBQTdZYk1kcVdob2VGb1lXSGhMTDFlYjdWYXJTYzdybmRNYnB1YW1uNHFMQ3k4MmY2OHRYb0tuVTVuYmswdzIzUmNGaDhmdjhISHh5ZEpvOUdNeTh6TTlCb3hZc1REWVdGaGYzWGNKeVVscGNqeHViM3FHaFFVZEVOVFU5TzNBSnJEd3NJZThmSHhtVkJjWEh4M2IrZEdSRVJFL2NQa2s0aW9IM0p5Y2tZNFBQWFg2L1VOWFMwRGdQcjYrdjlHUmtZK1hWNWUvcXl2cis5RkRRME5YL1YyL0hQWnh6NFJqbDZ2bHpJek13TUFOSWFGaGYweE1ERHd4dno4L0t2N2MzNEtoYUxIN3dXbFVqa2FnSkNXbGxiYzAzWjVlWGtUVENaVENZQnlpOFZTRHZ5djJ0cktXNi9YbXpvczYxYkh5bWRIaFlXRnZ3UCtsNGlmUG4xNjVlblRwMWUycnZiWDYvVU4yZG5ac1FBYU8rN2IzTnhjcU5Gb1lwUktaZENJRVNNZXpjdkx1N1F2TVJFUkVWSC9NUGtrSWhva0pwUHBaMTlmM3hRQVhuNStmcGRWVjFmL1dhZlRtVzAyV3lVQVdLM1drdzdYWGc0M0dBemU1N0pQVjY5ZFVWR3hJVFEwOU1IaHc0ZlA2K3ZzdURhYjdVd3Z3MjdSMk5pNE56TXpzOGQ3aWVwME9vdkpaT3ExQXRzREx3QXQ5aWNHZzJFVXpnNkhkVFRzUEk3ZmpzbGt5Z3dPRHY1ZFdGallBeVVsSmZjME56Y2ZHNmhqRXhFUjBmOHcrU1FpNm9lT005dDJ0d3hucnh0c05wdk5oNE9DZ242dFZxdEhHWTNHZzBDbkNpQ0FkcE1JMmM1aG42NVlqaDgvUHZPQ0N5N1lJNHBpZlhWMTlmWXV0aEVFUVZDRmhvWStVRmRYdDZzdncyNzd3Sy8xOWpOMUFCQVZGZlY4U0VqSUhLRDk4R1M3cnBZVkZCVG9iVFpiTlFBa0pTVVZxVlNxNGZhWmIrMlVTbVdvSUFpS3JLeXNrSDdHMTBsOWZmM3V1TGk0clVWRlJmTnJhMnMveE5sWmZidjZteElSRWRGNVlQSkpSTlFQZlpqdEZnQXdhdFNvOVEwTkRaOGZQWHIwdHVEZzRFdE5KdE9od01EQWF3VkIwUFQyR3VleVR3ZkI0ZUhoOTVhWGwyL0l6OCsvWmN5WU1lLzYrZmxkV1ZwYXVoUkFMUUR2aElTRWJ4VUtoVzkxZGZWR2k4VnlaTXlZTWU4QkVCUUtSY2R6RVJJU0VnNDJOemZuQlFZRzlqcUV0N3k4L0dtYnpWYUQxa2wvVHB3NDhlaUpFeWNlN1dKVCs3RGJFUjFYK1BuNVRXMXViaTRBZ0VPSERvMGVQWHIwenZyNitpL09uRG16Qm9BVUVoSnllMlJrNUhOZDNiZlV6dGZYOXlLVlNoVmFYMS8vbjU3aTlmSHhpUjQ1Y3VTVG9pZ2FxNnVyUHdDQUVTTkdMQlFFUWRYTHhFNUVSRVRVVDB3K2lZajZwckgxM3AyT0xEaWJaQTBIVU9td1BEQWdJR0NhbDVkWGRGaFkyS05lWGw0UlpyUDVhRkJRMEZXOXZFWndiR3pzaTk3ZTNvbjkyTWZPR3dCaVltTFdoSVNFM056UTBQQWxnRmVibXBxK1BITGt5TVJSbzBadFNFMU5MYTZxcXRwY1dWbjVZbkZ4OFUwbWs2bXRtbGhYVnpjQmdEWW1KbVo1WFYzZDNycTZ1dmRpWW1MV25qbHo1b1dxcXFxM1c4KzFLd0lBUHdCTkFCQWFHdnBuZStKNHJvS0RnNmNhamNaOXJVOWJDZ29LZmg4WEY3ZFJxOVhPa0NUSkpvcWlxYUNnNElyV2Ewb2RhUUFnTGk1dXM3ZTNkM0p2a3diNStQaGNQSHIwNkhlcnFxcGU4L1B6bXh3ZkgvOWFZV0hoREI4Zm44VEd4c2E5NTNNT1JFUkUxQm1UVHlLaXZ1dDQrdzNMbVROblhreE5UUzFvSFdwcXA2aXZyLyswdXJwNnE5bHNQbWcybTQvYlZ3d2ZQdnlQSGEramRGQlhXMXY3YjdQWnZMd2Yrd0FBZkgxOXgwdVNaQVhRbkplWHB6T2J6WVgyZGMzTnpYbEhqeDY5UERnNCtJYVFrSkE3ekdaekxkcmYrek00S2lwcVNXQmc0UDlWVlZXOVZsZFg5ekVBbkRsejV1a1JJMFk4TzNMa3lPZkt5c295S2lzclgrdnF0Vk5UVTB1VlNtVXdBTWxxdFpZWEZ4ZlA3V3E3UHZMVGFyVnpDd29LZmd2QXg5L2YvK0xBd01EcHZyNitFNjFXNjNFQVhocU5ab3hXcTMyZ3FhbnBPNVBKZExnMTJXM3g5L2UvcEtXbHBjRm9OTzQvZnZ6NEhEaGNOOW9GZFh4OC9Ec1ZGUlgvcktpb2VNSFgxL2ZUY2VQRy9UY3hNVEZYclZiSFZWWlcvbE90Vms5UUtCUm1sVW9WTFlxaTZUek9pWWlJaUlpSWFHaDFkNTFtVDlkdjluVWZIeCtmeUhNTUt6QWtKR1FXems3MDA0bS92LzlralVZenJwZGpLQUdvKy9HYTNvNjNpTEZUcTlVVDR1TGkzdkgxOWIwb05UVzFmdXpZc1h2RHc4TWYwMmcwRnpoc2t6Qml4SWkvamg0OSt1TUpFeWJrNG16bDFhNnJhMVM5d3NQREgwVG44d3R5ZktMVmFtOU5UazQrblpDUThCTUFWV3hzN0Z0SlNVa2xpWW1KUjBlTUdQRlhFQkVSRVJFUnVaRHVabW50YWZiV2M5bkgyUWxxdFRxaHUzV3QvK2ZvSENJaUlpSWlJaUlpSWlJaUlpSWlJaUlpSWlJaUlpSWlJaUlpSWlJaUlpSWlJaUlpSWlJaUlpSWlJaUlpSWlJaUlpSWlJaUlpSWlJaUlpSWlJaUlpSWlJaUlpSWlJaUlpSWlJaUlpSWlJaUlpSWlJaUlpSWlJaUlpR2xDQzNBRVFFUkVSa1dkSVNVbEpVaXFWR3dHTWxpUnArc0dEQi9mTEhSTVJEUjJsM0FFUUVSRVJrWHRMVEV4VVIwWkdQcXBVS3Q4V0JDRmFFQVFmUVJEdWpvaUkwR2cwbWg5cWEydHRjc2RJUklPUGxVOGlJaUlpR2pRcEtTbEpLcFhxRFFCNlFSQnc3YlhYUXExV1krZk9uUkJGRVFCK0VVVnhEcXVnUk82UHlTY1JFUkVSRGJqRXhFUzFsNWZYSXdxRklnT0FLaUlpQWt1WExzVWxsMXdDQU1qS3lrSkdSZ2FLaTRzQm9BWEE4OVhWMVU4V0ZSV1paUXliaUFZUmswOGlJaUlpR2xBZHE1MDMzbmdqRmk1Y0NCOGZuM2JiTlRjM1k4MmFOWGpublhkWUJTWHlBRXcraWZwR3BkZnJaMHVTTkE5QXFpQUlmbklINUdHTWtpVGxBdGhvTUJnMkFMREtIVkFmc00zSXl4WGJESkhMNjYzYTJSMVdRWWs4QTVOUG90NnA5SHI5ZGdBM3lSMElBWklrN1RZWUROZkF1Wk1KdGhrbjRpSnRoc2psOWJYYTJSMVdRWW5jSDVOUG9sN285ZnE1QURiR3hjVmh5WklsR0RObURBSUNBdVFPeTZNME5qYmkrUEhqV0xseUpRNGZQZ3hKa3Y1bU1CaWVrenV1N3JETnlNL1YyZ3lSS3p2WGFtZDNXQVVsY2w5TVBvbDZvZFBwdmhjRTRkTDE2OWREcDlQSkhZNUh5OHZMdzh5Wk13RWdPek16TTFYdWVMckROdU04WEtYTkVMbXE4NjEyZG9kVlVDTDNwSkE3QUNJWGtBb0FZOGFNa1RzT2p4Y1ZGV1YvZUlHY2NmUUIyNHlUY0tFMlErUlNFaE1UMVdscGFZK3BWQ29EQUgxRVJBUmVldWtsTEYyNjlMd1RUd0RRYURSNDVKRkhzSDc5ZW93YU5Rb0F4aXNVaW4xNnZmN3AyTmhZNy9OK0FTS1NCWk5Qb2w3WUo0cmhzRW41K2ZtMXpkbHovajJiUWNRMjR6eGNwYzBRdVpLVWxKUWtqVWF6VDZGUVBDMElndXFtbTI3Q2poMDd6bm1ZYlU5U1UxT3hiZHMyM0g3NzdWQW9GRW9BajJtMTJzeTB0TFNMQnZ6RmlHalFNZmtrSWlJaW9sNE5kcld6TzZ5Q0Vya1BKcDlFUkVSRTFLT2hySFoyaDFWUUl0Zkg1Sk9JaUlpSXVpUlh0Yk03cklJU3VUWW1uMFJFUkVUVWlUTlVPN3ZES2lpUmExTEpIWUN6U0U5UDk1VWthYm9rU1pNRlFiZ01RQ1NBWVFDOFpBN05XZGdrU2FvR2NFb1FoQjhBN0cxcWF2bzBMeSt2UWU3QWlJaUlhT0FNOUgwN0I0dTlDanB0MmpUN2ZVSHRWVkRlRjlTRnNVL2VLNWZ1azN2OGZUNlRrNU5Edkx5OEhnRndINEJBdWVOeEpaSWtOVW1TdEU0VXhlZXlzN01yNUk1bnNPajFlZ2tBRGh3NElIY29CQ0E5UFIwQWtKbVo2YlNmWDJ3enpzVVYyZ3lSc3hpcyszWU9OdDRYMVBXeFQzN3VYS2xQN3RGZnhPbnA2YmVLb3ZpYUlBZ2hnaUFnTFMwTmwxMTJHZlI2UFNJakl4RWNIQXlWaXNWaEFMRFpiS2lycTBOWldSa3lNelB4d3c4LzRPZWZmNFlrU1FCUUQrQXZtWm1abStXTmNuQXdrWEF1cnBCSXNNMDRGMWRvTTBSeWM1VnFaMit5c3JMc1ZWQUFhQUhBS3FnTFlKKzg3MXk5VCs2cFg4Ukt2VjcvRHdCL0FZREpreWZqTDMvNWkvM0NkZXFqVTZkT1lmWHExZGkxYTVkOTBjYk16TXcvQUxESkdOYUFZeUxoWEZ3aGtXQ2JjUzZ1MEdhSTVPU3ExYzd1c0FycVV0Z25Id0N1MUNmM3hDOWlsVjZ2ZngzQVhRRUJBWGo4OGNjeGRlcFV1V055YVQvKytDT1dMbDJLbXBvYUFQaEFFSVRmSHpod3dDcDNYQU9GaVlSemNZVkVnbTNHdWJoQ215R1NnN3RVTzd2REtxalRZNTk4Z0xsQ245empacnZWNlhUUEFiZ3JORFFVbXpkdlppTWZBSmRjY2dtMmJObUN5TWhJQUxoUmtxVFg1STZKaUlpSXV1Zk1NOWtPRk02STY5ellKeDk0cnRBbjk2amtNeTB0YmFZZ0NBdURnNFB4K3V1dkl6WTJWdTZRM0VaRVJBUmVmLzExaElhR0FzQmN2VjUvbjl3eEVSRVJVWHZPZHQvT3djYjdnam9uOXNrSGo3UDN5VDBtK2RUcGRDTVZDc1dyU3FVU3p6enpES0tqbytVT3llMkVoNGRqMWFwVlVLbFVrQ1RwdWVUazVIaTVZeUlpSXFLelBLSGEyUjFXUVowSCsrU0R6NW43NUI2VGZBcUM4RThBZ1RObXpNREVpUlBsRHNkdEpTVWw0ZDU3NzRVZ0NINHFsV3FkM1BFUUVSRjVPaytyZG5hSFZWRG53RDc1MEhEV1BybEhKSjhwS1NrVEFkd2FFUkdCKys1enFzcXpXNW8xYXhaaVkyTWhDTUxVMU5UVTM4Z2REeEVSa2FmeTVHcG5kMWdGbFEvNzVFUExHZnZrSHBGOEtwWEtEQUNZUDM4KzFHcTEzT0c0UFM4dkx6end3QU1BL3ZmZUV4RVIwZEJodGJObnJJTEtnMzN5b2VXTWZYSzNUejVUVTFNVEJVRzRPakl5RXIvOTdXL2xEc2RqWEhubGxZaVBqd2VBUzlMVDB6bW1nb2lJYUlpdzJ0bDNySUlPSGZiSjVlRnNmWEszVHo2VlN1VThBTGp4eGhzaENMekYyMUFSQkFHelo4OEdBSWlpK0tETTRSQVJFYms5Vmp2UERhdWdRNE45Y25rNFc1L2NyWlBQeE1SRXRTUkpkNnBVS3R4ODg4MXloK054cGt5WkFpOHZMd2lDY0EwL3ZJbUlpQVlQcTUzbmoxWFF3Y00rdWJ5Y3FVL3Uxc21uV3EyK1VoQUVyVTZuUTNCd3NOemhlQngvZjM5TW5qd1pBSUswV3UwTmNzZERSRVRrYmxqdEhGaXNnZzRPOXNubDVVeDljcmRPUGlWSm1nWUFsMTEybWR5aGVLeGYvL3JYQUFCSmt2NVA1bENJaUlqY0NxdWRnNGRWMElIRlBybjhuS1ZQN3RiSnB5QUkxd05uTDdRbGVhU21wdG9mWGlGbkhFUkVSTzZDMWM2aHdTcm93R0dmWEg3TzBpZDMyK1F6TVRGUkt3akNlSzFXYS8vQUlCbEVSRVFnUER3Y2dpREVwcVNraE1rZER4RVJrU3RqdFhQb3NRcDZmdGduZHc3TzBpZDMyK1RUeThzckJRREdqQmtqZHlnZUx5VWxCUUNnVXFrdWx6a1VJaUlpbDhScXA3eFlCVDEzN0pNN0QyZm9rN3R0OGlrSVFnSUF4TVhGeVIyS3h4cy9mcno5WWJxY2NSQVJFYmtpVjY5MkZoUVV0RDIyV0N4ZFBuWVZySUwySC92a3pzTVordVJ1bjN5NlMzbS9wYVVGeTVZdGd5aUs3WllialVZc1g3NGN6YzNOTWtYV3U4aklTQUNBSkVtalpRN0ZhVFUzTjNmNjIzWm4vLzc5N1o2dlhMa1NMUzB0N1pibDVlWGh1dXV1UTFsWldZL0hNaGdNc0ZxdEFJQk5temJCYURSMnUrMlVLVk82WGRmWTJJaTh2RHg4OXRsbk9ITGtTRytuUUM3RWFEVGkvLzIvLzlmV1RqcXVTMDlQNzdMZGlLS0liNzc1QnBJa29hbXBxZHZqZi8zMTF3TVpMcEZiY2ZacVowVkZCVDc5OU5OZXQ1c3hZMGJiWThjSlp5Wk5tdFRsOXNlUEgrKzB6R2cwNHNrbm40VEpaRHFIU0FjV3E2RDk0K3g5OHQyN2QrUGxsMS91dFB6bW0yL3VjOStzdTdic2JKeWhUNjZTNjRVSG15UkpZd1ZCUUV4TWpOeWh0UFBCQngvZ3lTZWY3UFAyQnc0Y0FBQ2NQbjBhLy8zdmY2RlF0UCs5WU92V3JXaHVib1pHb3huUU9BZFNlSGk0L2FHc2Z3eWRUamNWZ00xZ01Id1B3Q1puTEIxOStPR0grUExMTC9Ic3M4L2l0dHR1ZzByMXYzK2FOcHNOdTNidHdrY2ZmWVRycjc4ZWp6NzZLUGJzMlFNQWVQdnR0N0ZqeHc3azV1YTJiWC9OTmRkZ3g0NGRxS3VydytMRmk5dVczMy8vL2Jqd3dndmJudWZuNStQaGh4L0dXMis5aFlpSUNPVG41K090dDk3Q3ZIbnoraFR6elRmZkRMUFpESlBKQkkxR2cySERobUhFaUJHWVBuMDZFaElTenZjdGNRck8zR2E2Y3MwMTF3QTQyMlpxYTJzeGZQand0blZUcGt6Qm9rV0xVRnRiaTZsVHA4TGYzNy9iNHpRMk5tTDM3dDBJRGc2R1VxbkUvdjM3a1pHUmdhZWVlcXBmOFN4Y3VCQ2ZmZllaSG4vOGNlajErcmEyOWFjLy9RbXZ2UEpLMnpiMnp6bG5rcFNVRksxV3E2L056TXg4VGU1WXlET2xwS1FrcVZTcU53RG9CVUhBalRmZWlJVUxGenBGMG1rblNSSldyVnFGbEpTVXRrN3RRSGp4eFJmaDdlMk5GU3RXUUsxV0F3QjhmWDFSVlZXRnQ5NTZDL2ZjYzgrQXZkYjVzRmRCMTZ4WmczZmVlVWNwaXVKaldxMzJwdURnNERrSER4N2MzL3NSWE11NWZpYzZhNThjT051RzE2OWZqMFdMRm5WYVYxeGNERW1TMmkyemY4OTJaTEZZdWx5WGtaR0JpeSsrZUdDQ0hRRE8wQ2QzMitRVFFBU0FkcDB2WjNERERUZmcrdXV2QndCY2ZQSEYyTHQzYjdzdmtxNldBVUJwYVNuaTQrUGJMVHQxNmhUZWZ2dHRiTjI2RmFJb1l0NjhlVmk1Y3FYVG5YTlFVSkQ5NFRBNTR3QndqU0FJQzNVNlhUV0Fkd0M4MzlEUThHMStmcjdzWmVOYmI3MFZEUTBOZVBQTk53RUFuMzc2S1VSUmhFS2h3TFJwMHdBQXI3enlTbHZiRVVVUnI3NzZLbmJ0Mm9WMzMzMFhiNzc1SnBZdVhRcEJFUERBQXc5Zy9QangyTEZqQi83NXozL2lpaXV1d0VVWHRSOE5aRGFic1dUSkVpeFlzQUFSRVJFQXppWUVzMmZQeHBWWFhvbXhZOGYyR25OWldSbjI3dDNiMWpGd1UwN2JadXlWNkxxNk9nUUZCZUd4eHg1cnEwRDg1ei8vd1NlZmZOTGxMN2wyZS9mdTdYWmRldnIvUnVOb05CcXNXclVLTTJiTXdHZWZmWWJwMDZmM0tUNkZRZ0dWU29XZ29DQzgrT0tMS0N3c1JIRnhNY0xEdzJFd0dQcDBqS0dXbnA0K1doVEYveE1FWVNhQWlhMkxtWHpTa0VwTVRGUjdlWGs5b2xBb01nQ29JaUlpc0hUcFVxY1lZcHVlbmc2dFZ0dHVtVUtod0YxMzNkVnAyOXJhMms0amRYclMwTkNBZ0lBQUFNQ3FWYXV3ZE9sU2ZQVFJSMWk3ZGkwQXdHcTF3c3ZMQzdtNXVYajc3YmZiOXJ2eXlpdngrT09QbjhQWkRBeDdGWFRhdEduSXlNaEFjWEd4dlFyNmZIVjE5Wk5GUlVWbTJZSWJlT2Y2bmVpVWZYSUErT1NUVHhBZkg0KzB0RFFVRlJYaDdydnZicmZlM2dlenMvLzQzOUdrU1pQNk5BcEFiczdRSjNmYjVGTVFoQkVBRUJJU0luY283UWlDQUtWUzJmWmNvVkMwZTk3VnNybHo1K0x3NGNNUUJBR1hYMzQ1VENZVDl1L2ZqeFVyVm1EV3JGa1lPWElrZ0xPSjdhcFZxL0RjYzg4TnpjbjBVV0JnSUFCQUVBUzVrMDhBZ0NBSVdnQi9CUERId01EQWVwMU85NjRrU2U5VlZGUjhmZXJVcWU3SG5RNmk1dVptM0gzMzNaQWtDWjk4OGdrQTRLcXJydXIyUTA2aFVDQXVMZzVidDI3Rm4vLzhaOVRWMWJWOStUYzNONk8ydGhaejU4NkYxV3BGWVdGaHUrUlRGRVU4L3ZqamlJcUt3dTIzMzk2MlBESXlFZzg5OUJEKzhwZS9ZTzNhdFczRFk3WnUzWXEzMzM0YjlmWDF1TzY2NndBQUgzLzhNUUM0ZStMWnhobmJqTDF0cEtlbnR6MjIvK3JhMk5qWTdqbUE4L3BTSERseUpOYXZYOS9ueVNLcXE2dHg3Tmd4cUZRcUxGdTJETVhGeGFpdXJrWmtaQ1NlZU9LSmM0NWpNT2oxK3ZHaUtGNG5DTUpNU1pMU0JFR1FPeVR5WU01ZTdWUW9GTmkxYTFlN1plbnA2VjJPWHJqb29vdmFmaVFUUlJGVHBrekJsMTkrMmVWeDkrelpnMmVlZVFiYnQyOUhTRWdJekdZem5ubm1HU2dVQ3R4eXl5Mm9xNnZEdkhuejhQenp6eU0rUGg2U0pPR25uMzdDeElrVHV6eWVIRHlwQ3RyZjcwUm43WlBYMXRaaTA2Wk5XTGR1SGJaczJZTERodyszNjNlbHA2ZGoxNjVkbmZycHJzd1ordVJ1bTN3QzhBUE9EdE53ZFpzMmJjS3laY3N3Y2VKRVRKczJEYi81elcrd2N1Vks3TisvSHkwdExmanFxNi9RME5DQXBxWW0xTmZYSXlzcnkvRmVQckx6OW02Ny9NRTV2ajNiQ3hRRTRXNUJFTzRlTVdKRTA0Z1JJejRRUmZGZGs4bTBPeTh2cjJFb0FxaXZyOGNkZDl5QlpjdVd0UnNXMjV0cnI3MFdRTy9YM0RnbUlCYUxCY3VXTFVONWVYbmJyOG1PcnIvK2VsUldWdUt1dSs3QzBxVkxNWFhxVk15YU5RdFRwMDdGZGRkZGgvZmZmOTlqRXM0ZXlONW11bE5SVWRIV0NTd29LTURvMFdjdjZYQ3NaTnAxTjNTb284YkdSdGhzTm9TRmhYVWE5dCtkSjU5OEVvR0JnYkJhcmZqdGIzK0xNV1BHUUt2VlFoUkZwL2dTMSt2MUtRQ3VCM0FIemw2ckpYTkU1T21jdWRycGFObXlaYmoxMWx2YmZ1Q3k2L2g1NHUvdmoyWExsclg5WUhuUlJSZTFkZXBGVWNUa3laUGJ0bjN0dGRmdzczLy9HeSs4OEFLMFdpME1CZ09XTEZtQ3BVdVg0dEpMTDBWMWRUWHV2LzkrM0hQUFBXMGp3RVJSeEwvKzlTOFVGUlhodHR0dUc4eFQ3aGNQcTRMYTllVTcwU243NUI5Ly9ERXFLaXB3enozM29LNnVybDFGdlNlVEprMUNXRmo3TzVWWXJWYmNjTU1OYmM5UG5qeUpuMy8rZVVEakhRak8wQ2QzNStUVEIzQ2Z5a3hlWGg3dXZ2dHVsSmVYWStUSWtianFxcXR3d1FVWElDb3FDc09IRDRkV3EwVlFVQkErL1BCRGJOaXdBYXRYcjVZNzVEWmVYbDcyaDJxOVhpLzF0SzNNL0FEY29WQW83dkR6OHpQcmRMcVBKVW5hUHRndkdoZ1lpR1hMbG1IUm9rWFl1blZydi9ldnFhbkJnZ1VMK3JUdDRzV0xVVnRiaTVkZWVxbmJMNEc1YytjaVBEd2N5NWN2eC9Ianh6RnYzanpzM3IwYkFQQzczLzBPR1JrWjBPbDBzRmdzN1RvUWpZMk5iZGNSYnQ2OGVkQm50WE9TdGlSTG0rbUxHVE5tOURqa3JhY2ZMQnlUMVJVclZpQS9QeC9GeGNYNDZhZWZzSFhyVnJ6eHhodnR0cmQzTU8zc25jeXZ2LzRhT3AwT2FyVWFXN1pzUVdGaElaWXRXM1l1cHpNZ2REcGRoaUFJZHdEbzgwUUxROVRPaktJby91Ymd3WVBmRDhGclVRLzBldjF1QU4zUHJqWklKRW42V2hDRVh3SEFUVGZkNUZUVlRrZlhYWGNkL3Y3M3Y3Y2J0cCtlbnQ3cDgyVHk1TW1kUGhlS2k0c3hhdFFvS0JTS3R2M1QwOU9SbloyTnQ5NTZxMjA0cjA2bnc3Smx5L0QwMDA5ajY5YXRXTEJnQVU2ZE9vVjE2OVpoelpvMXNObHNVQ3FWVUNnVXlNbkpRVnBhR3NhTkd6ZklaOTQvamxYUWJkdTIyV2ZFdlZxcjFicjdyUC9kZlNjNlpaLzhsbHR1d1EwMzNJREZpeGRqOXV6WkNBOFA3elM1b3VPdzI1ZGZmcmx0dHRpZE8zZTIyMjdTcEVudGxqbnJCRVNPZlhLNVluRG41QlBBMldHdXpxUmpCZUtLSzY3b3RJM2pzZ1VMRm1EMjdObW9xcXBDVEV3TWR1L2VqYkZqeCtMQ0N5L3Nza3AyelRYWFlPclVxUU1mK01Cd3JqOUdEeVJKVXJRT0t4a3hGSzkzNFlVWDR0MTMzOFd3WWY4YkJURVliZmVCQng1QVdWbFoyN1dqUnFNUjN0N2U3U3BhVFUxTmVPKzk5N0JqeHc0RUJnWkNGRVY4K2VXWDhQUHp3NUlsUy9Ed3d3L2oxVmRmaGJlM2Q3c095TDBqVHJjQUFDQUFTVVJCVktSSmszcThqdERkRFhXYjZjMUF0WitWSzFjQytOOW4xNXc1Y3pCbnpod0FaOXZQRlZkY2dZOC8vcmpMSHpNaUl5TngrdlJwTkRZMll2UG16ZGkwYWRPQXhIUXVXaWVOR0NsSmtyZXpmUzhBOEFWd0N3QW1uL0liOHNTelZkc01ZTUhCd1gwZVplRE1iRFliOXUvZkQ0UEJBRkVVOGZUVFQyUGR1bldkdG52cHBaYzZmVjVObkRnUjc3Ly9QbFFxRlo1NDRna0VCUVVoSUNBQXZyNitqcFViL1B2Zi8wWitmcjdUSlovQTJjL2dEc05NbmUvWGhFSFUxWGVpczMzMit2ajRZTWVPSGZEeThzSXR0OXdDb1B0ck90MlFiSDhNdDAwK0pVa3lDNExnMzl6YzdGUmxmdnVRT0l2RmdrbVRKdUdubjM1cU53d3RQVDBkMzM3N2JidVlzN0t5RUJBUWdNYkdSdXpidDYrdEU1aWVudDZwN0Y5Ylc0dDkrL1lOd1puMG5jTXRHcG96TXpQOTVJcERwOU90RWdSaFlRK2JtQURzQmZDQnpXYmJucE9UVXdNQWVyMStTTXJJaFlXRmJiTVdTNUxVNXcvcGtKQ1FMci9RN1J5SFE4WEd4aUkyTnJZdFNadytmVHJXclZ2WGJnYTZxNisrR3Q3ZTNtMHpvbjN5eVNjWVAzNDhTa3BLTUhIaVJEejMzSFB3OC9PRG41OXNmMG9BUUdabTVxQi9jRHA3bSttTzBXanM5ZS9UMTJHMzUyUDgrUEhZdlhzM3RtM2JoaWVlZUVMV21RNEZRVUJtWnVaOEFFSmFXdHFsQ29WaXBpUkoxd3FDRU52VGZvUGR6dXh0VEJDRUU0UDVPdFEvUS9INTRpZzJOdFpicTlVK0MrRCtUWnMyS2IvNjZpdGtaR1FnS1NscEtNUG9zNDVWelk3UGdiT2ZRK3ZXcmNQRkYxOE1oVUxSN2ZkVWQ5OTEzMy8vUFNaTm1vU2twQ1JjZmZYVjJMVnJGNlpObTlaMnplbmxsMStPNzc3NzdqelBaSEFjTzNZTXk1Y3Z0OTk2ckFYQWh0T25UejhrMXh3QkErVmN2eE4xT3Qwenp0Z25MeXdzeEQvKzhRL29kRHJjZWVlZDhQWDF4ZHExYTd2OWZuU3M4RHUyK2ZyNmVsZ3NGa3lkT3JWdHhJS3ozc1BXc1U4dVZ3eHVtM3dDYUFMZ2J6S1puS3FoMjUwNWN3YUJnWUY5dXY0cE5UVVYxMTU3TGViTW1ZUEd4a1k4K09DREFNNE9YK2c0MU1VWnkvejJlNUJLa3VSMDF6cElrdFFrQ01JZVVSVGZzMXF0NytYbTVqYjJ2dGZnV0xWcUZSNSsrR0VBWjYvZEN3ME43ZE4rTlRVMW5XWm42NHV5c2pJWWpVWkVSVVcxVzk0eGNTa3RMY1dzV2JQdytlZWZBemo3aS9RUFAvemdsRk9tRHdWbmFqUDJMN2NOR3phZ29xS2liZm14WThjUUd4dmI0NzU5SFhaN1BpNjY2Q0k4L3ZqaldMcDBLU1pQbmd5ajBlZ01uOGRTNi9EVzd3RkFwOU5kS0FqQ0hhMkphTy9UUEJNTmdxS2lJbk5SVWRGRE9wMXV1eUFJRzR1S2loTG16cDJMT1hQbVlQNzgrVTUzT3pYN3BIUEEyYzhMeCtmQTJXRzNnWUdCYmFNZE5tN2MyT3N4di83NmEwUkVSR0RjdUhGb2FtckM0c1dMc1h2M2Jwak41clpLc0RQYzQ3TW5Gb3NGVzdac3dkcTFheUdLSWlSSktnSXczMkF3ZEQzVGtodm80M2VpVS9iSi9mMzlNV3ZXTE1USHh5TStQcjV0b2tYSCtSUHNIQ2R1WExWcVZkdjlhci83N2p1c1c3Y092L3p5QzhhTUdZTVZLMVlnUER3YzMzL3ZuQU5abktGUDdyYkpweUFJNVFEQ2EycHEyZzFsZEJZLy92Z2pFaE1UKzd6OXZIbnprSm1aaWNPSEQrUDQ4ZU5JU1VrWnhPZ0dWbjE5dmYxaGxaeHhPS2dIOEtVa1NUdk9uRG16ODhTSkU3Si9teG1OUnBTVWxDQWxKUVdmZi80NVB2endRelEzTjZPbXBxWXQ2ZXZPRzIrOGdmdnV1Ni9URElUQTJRNUFkNzgycjErL0h0T21UV3Mzdk10cXRjSnNOcmY3Y2xpd1lFR25JV0JmZlBHRjAwMkVNY2ljcXMwME5UVmh3WUlGS0NrcFFXcHFLb3hHSTZaTW1ZS1NraEtJb29oTm16YWhwS1FFNzd6ekRtNjU1WllCdmNkWWJtNHVhbXRyMjkwb3Zpdmw1ZVZ0dzdOLy9ldGZBemc3YzNKTFM0dFRqYzR3R0F3L0EvZ1p3RVBwNmVuSm9pamVBZUE2UVJENi9nRk5ORUFNQnNPKzJOaFluVmFyZlZZVVJhZXRnbmFzRFBWM0pJVW9pbmovL2ZmYkxmdnV1Ky9hcnQvTXlzcENTa29LZkgxOWNlREFnYmFrb0N1Yk4yL0d0ZGRlMjJrazJGRHJxdHBaWGw3dTh0WE9idlRyTzlGWisrUmhZV0c0Nzc3N0FKejk0ZUNYWDM3cDA0U2RsMTEyR1l4R0kxNTg4VVdVbHBaaXpabzFtRDU5T2g1OTlGRTg5TkJEK01NZi90QnVUZ3huNGd4OWNyZE5QZ0dVQVVpcHJLenM4KzBCaGtwaFlTRmVmZlZWWkdSazlIbWZEejc0QUxXMXRiajMzbnZ4eHovK0VWdTJiQm5FQ0FkV1hWMGRBRUFRQkxtVHozMmlLTjVrdFZyL2s1dWI2MVRqSWJLeXNqQjI3Rmo0K1BpZ29hRUJHelpzUUVwS0N1Yk9uWXVYWG5vSlVWRlJuU3BWOXR1a1NKSUVvOUhZN3JZcGRrYWpFY3VYTHdjQTNIYmJiYmp4eGh0aHNWand5aXV2WU4rK2ZkaTZkV3U3Nno2LytPSUxqQnc1c2wyeTJUSHh6TXZMdzU0OWUvRGVlKzhOOEx2Z2xKeXl6Zmo1K2VHUlJ4N0JoQWtUMmxWRXhvMGJoOFdMRjZPeHNSSHIxcTNEaXkrK2lIZmVlUWNMRi9ZMFNxcDM5Z3Jyc21YTGtKK2YzK3VrUWJtNXVWaTBhQkZ1dWVVV0hEaHdBRTgvL1RTZWZmWlpGQlFVREZoVmRUQWNPSEFnQjhCaUFJdFRVMVBIS2hTS08rU09pVHlQczFkQmx5MWIxbTVTbHE0bUhISzhiazRVeGJhaHRVYWpFWklrWWRhc1dXMzNtSzZ2cjRldnJ5OE9IejdjTmx2b2YvLzdYMXgrK2VXUUpBbHZ2ZlZXMit6dWpsb3JpL2pxcTY5dzlkVlhEL2g1OXBXSFZUdlA5VHZSS2Z2a2hZV0YrT3FycjNEZ3dBRmtaMmZqZ2dzdTZIVnVBb3ZGZ2c4Ly9CQmJ0bXpCNzMvL2V5eGV2TGl0ZmNmSHgyUDE2dFZZc21RSjNudnZQY3liTjgvcGlrWE8wQ2QzMitSVGtxU2pnaUJjWFZwYTZsUVZtcDA3ZCtLRkYxN0FnZ1VMZXEwYzJHM2J0ZzNidDIvSGE2KzlockN3TUtTa3BDQStQcjdUdE03T3FyeTgzUDZ3Vk00NERBYUQwMlpMMzMvL1BmUjZQYXFycS9Id3d3OWp5cFFwZU9paGg3QjkrM2JjYzg4OVdMMTZOV0pqWTlIUTBBQ1Y2dXcvMjIzYnRxR3lzaExyMXEzRGxDbFR1cHp4ZHZMa3lkaTJiVnZiOC8zNzl5TWpJd05SVVZIWXRHa1R0Rm90MXE5Zmo3VnIxMEtoVUNBb0tLakhtM1ZiclZZc1dyUUlmL3JUbi9vOExOaVZPWE9iMGVsMGJZL05aalBXckZtRFR6LzlGTmRmZnoyZWV1b3BxTlZxckY2OUdydDM3OGJ5NWN0eHh4MTN0THNSZkg5K2xjM0p5WUd2cnk4U0V4T3hZc1dLSGlkRHNWcXRXTHg0TVdiT25JbFpzMmJoc3NzdXc1MTMzb25mL2U1M09IWHFGR2JPbk5sMmZmUHAwNmRsNzBoM0p5c3I2eWdBK2FibUpZL25yRlhRanJPQjlyVE5raVZMY1BUb1VTUWtKQUFBdnZycUs0U0VoR0RCZ2dYNDFhOStoYWVlZWdwWFgzMDFSRkZFYW1vcUpreVlBQURZdTNjdk1qSXk4TkJERDJIa3lKRmQ5blhTMHRKdzFWVlhJVEl5RWlOR3lEUFBtNGRWTzgvNU85RlorK1QyZTFEZmR0dHRlTzY1NTlydWdRbDBydWFMb2dpYnpZWTc3N3dUeWNuSldMOStmWmY5b09IRGgyUHQyclg0K09PUHNYejVjdno5NzM5dnUrMlpNM0NXUHJsYlNrdEwrNU5lcjVkV3Jsd3BPWk45Ky9aSm1abVozYTVmdTNhdFpMRlkyaTM3NFljZnBNckt5azdiUHZqZ2czMWFKcmMzMzN4VDB1djFrazZuZTFidWRuRXU5SHE5cE5mckIvVTl5c2pJa1BiczJTUGRkTk5OMHNzdnZ5eUpvdGkyN3JQUFBwTUtDd3VsU3krOVZMcmtra3VrRjE1NFFaSWtTYkxaYk5MU3BVdWxiZHUyU1MwdExWMGVkOUdpUmUyZW04MW15V0F3ZExsdGQ4ZXcyN05uanlSSmtwU2ZuOS9sK2wyN2R2VzQvMEN4L3oza2JoYzlHWW8yMDlFSEgzd2dsWmVYZDdtdXBxWkdxcXFxa2lSSmtob2FHcVQ1OCtmM2VLejU4K2RMRFEwTjdaWlZWMWQzMnM1cXRVci8rdGUvSkt2VjJtNTV4MzEzN2RvbFhYWFZWZExzMmJNbG04MG1QZmJZWTlJMTExd2ozWGpqamRMbXpadDdQYmZ6NWN4dFJxZlRyV3I5Zkh4WTdsam9mLzkyNVk2akk1MU9OMG12MS8raTErdWxDeSs4VUZxelpvMWtOcHNIL2Q5T1gvVDBlWExpeEFucDJMRmpVbk56Yzl1eWpwOFBIVmtzRnVubm4zK1dKRW1TaW9xSzJxMzc2MS8vZWg2UkRwem01bVpwL2ZyMTBvVVhYbWp2M3h6WDZYUlh5ZDFPbkpXejlzbTc4K09QUDNaYTl0TlBQMG1TSkhYcW85dXRYcjE2VUdNYUtNN1FKM2V1T1k4SGtFNm5teW9Jd3BlWFhISUpYbjc1WmJuRDhXaExsaXpCWjU5OWhwYVdsdHV5c3JLYzRoNkkvV0h2aUhTOCtId3cxTmZYdC92bGpUcXpEOXNjNnRrbysyTW8yd3oxenBuYmpIMzJTRW1TRmhvTWhoZmtqc2ZUMmYvdE9tTmJjWndSRjRBeU5qWlc5aXFvSjNMWG1Xd0hFL3ZrenNNWit1U3VmeU9wYmlnVWlpd0F5TS9QbHpzVWo1ZVZsUVVBVUNnVXpqa251aE5oNGtsRVJGMHBLaW95WjJabVBpUkowaFVBamhRVkZiWE5DMkNmd1pJR2o4Vml3WVlOR3pCejVrd2NPWElFa2lRVlNaSTBQVE16OHc5TVBIdkdQcm56Y0lZK3Vkc21ud2NPSEtpVUpPbFlaV1VsVHB6ZzdkUGtVbEZSZ2JLeU1nQW9OUmdNcCtTT2g0aUl5SlVaRElaOTFkWFZPZ0QvRkVXeFpkT21UWmc1Y3lZT0hUb2tkMmh1NjlpeFk1ZzdkeTVlZWVVVmlLTFlBbUJkZVhsNW9wdE9LalRnMkNkM0RzN1NKM2ZiNUxQVlJ3RHc3YmZmeWgySHg3TC93aUpKRXF1ZVJFUkVBNEJWMEtIQmF1ZUFZcDljWnM3U0ozZnI1Rk1RaEYwQW5QWkdyNTVnNzk2OUFBQkJFUDRqY3loRVJFUnVoVlhRd2NOcTU4QmluMXgrenRJbmQrdmtzN3E2K21zQTlULy8vRE1hR2hya0RzZmpHSTFHN05tekI1SWtOUW1DOEg3dmV4QVJFVkYvc0FvNnNGanRIQnpzazh2TG1mcmticDE4RmhVVm1RRnN0VnF0MkxsenA5emhlSnk5ZS9mYXYvZytPM0RnQUQrd2lZaUlCZ21yb09lUDFjN0J3ejY1dkp5cFQrN1d5U2NBdExTMHJBZUE5OTkvSDVMa2RMZnVjbHVTSkdIcjFxMzJwMnZraklXSWlNZ1RzQXA2YmxqdEhCcnNrOHZEMmZya2JwOThabVZsR1NSSjJsdGNYSXpQUC85YzduQTh4bzgvL21pL0IxYW13V0RZSzNjOFJFUkVub0pWMEw1anRYUG9zRTh1RDJmcms3dDk4dG5xQ1FCNDdiWFhZTFZhNVk3RjdkbHNOcXhaYy9hSEZWRVVWOGdjRGhFUmtjZGhGYlJuckhiS2huM3lJZVNNZlhLUFNENE5Cc00zQUQ0cEtTbkI2NisvTG5jNGJtL0hqaDNJeTh1REpFbmZIeng0a0FQN2lZaUlaTUlxYUdlc2RzcUhmZktoNVl4OWNvOUlQZ0hBWnJQZEQ2RHBqVGZlUUU1T2p0emh1SzM4L0h5c1hyMGFBRXlpS1A1QjduaUlpSWc4SGF1Z1o3SGE2UnpZSng4YXp0b245NWprTXpzNys3Z29pZy9hYkRZc1dyUUk1ZVhsY29ma2RxcXJxL0h3d3cvRFlyRkFGTVVuczdLeWN1V09pWWlJaU03eTVDb29xNTNPZzMzeXdlZk1mWEtQU1Q0QjRPREJnK3NCdkg3bXpCbk1uejhmWldWbGNvZmtOaW9ySzNIdnZmZmk1TW1UQUxEajRNR0R6OG9kRXhFUkViWG5hVlZRVmp1ZEUvdmtnOGZaKytRZWxYd0NnQ0FJZndid3djbVRKekY3OW16czM3OWY3cEJjWGs1T0RtYlBubzJDZ2dJQTJGMWZYejliN3BpSWlJaW9lNTVRQldXMTA3bXhUejd3WEtGUDduSEo1NEVEQjZ5Wm1abTNBdGhTVTFPRGUrKzlGeGtaR2Z6RjVSeFVWbGJpK2VlZng5eTVjMUZSVVFFQS94WUU0WnI4L0h6MysrbVVpSWpJemJockZaVFZUdGZBUHZuQWNhVSt1VXJ1QUdSaXk4ek12Rk92MTM4UFlPV0hIMzRZK05GSEgrR0tLNjdBMUtsVE1XN2NPSVNHaHNMZjN4OHFsYWUrUmUyMXRMU2dzYkVSbFpXVnlNdkx3OTY5ZTdGbnp4NklvZ2dBVFpJa0xUTVlEUCtRTzA0aUlpTHFINFBCc0M4Mk5sYW4xV3FmRlVYeC9rMmJOaW0vK3VvclpHUmtJQ2twU2U3dyt1WFlzV05Zdm55NS9iNkdMUUEybEplWFA4U2swMm14VDk1UHJ0NG45K2kvWW1abTVtc3BLU24vVmlxVnowaVNOT09iYjc3eCsrYWJiK1FPeTVXWUFMeHZzOWtXWjJkbm41QTdHQ0lpSWpvM1JVVkY1cUtpb29kME90MTJRUkEyRmhVVkpjeWRPeGR6NXN6Qi9QbnpvZEZvNUE2eFJ4YUxCVnUyYk1IYXRXc2hpaUlrU1NvQ01KOURiRjBEKytUbnpXWDY1QjZkZkFKQWRuWjJCWUI1NDhhTmU4algxM2VXSUFpL0FwQUNJQlJBRVBnZTJiVklrbFFIb0FwQXRpUkozN2EwdEx5Wms1TlRJM2RnUkVSRU5EQmNzUXJLYXFkN1lKKzh6MXk2VDg0L1lxdTh2THdHQUsrMi9rZEVSRVRra1Z5bENzcHFwM3Rpbjl5OWVkeUVRMFJFUkVUVU8yZWVFWmN6MlJLNUppYWZSRVJFUk5RbFo1c1JselBaRXJrMkpwOUVSRVJFMUNObnFJS3kya25rK3BoOEVoRVJFVkd2NUtxQ3N0cEo1RDZZZkJMMXpnZ0FqWTJOY3NmaDhZekd0ajZHV2M0NCtvQnR4a200VUpzaGNobERXUVZsdFpQSXZURDVKT3FGSkVtNUFIRDgrSEc1US9GNFpXVmxBQUJKa2dwbERxVkhiRFBPdzFYYURKR3JHZXdxS0t1ZFJPNkp5U2RSN3pZQ3dNcVZLNUdYbDRlbXBpYTU0L0U0UnFNUkJRVUZXTFZxbFgzUnUzTEcwd2RzTXpKendUWkQ1SklHb3dyS2FpZVIreExrRG9ESUJYanBkTHBQQlVHWUtuY2dCQUQ0YjNOejg1VzV1YmtXdVFQcEFkdU1jM0hhTnFQVDZWWUpnckJRa3FTRkJvUGhCYm5qOFhSNnZWNENnTXpNVFBhUHpvRk9wNXNrQ01KR0FBa0toYUxmOXdYbGZUdUozQjhybjBTOXN4b01obXNrU2ZvYmdHd0FKcmtEOGtCbVNaSU9TNUswd2xtVGlBN1ladVRuYW0yR3lPV2RUeFdVMVU0aXo4QmY5b2lJcUV1c0FnMCtWajZkQzl2OHdPbHJGWlRWVGlMUHdzb25FUkVSRVEyb3ZsUkJXZTBrOGp3cXVRTWdJaUlpSXZkVFZGUmtMaW9xZWtpbjAyMFhCR0ZqVVZGUnd0eTVjekZ6NWt4NGUzdGo0OGFOckhZU2VSZ21uMFJFUkVRMGFBd0d3NzdZMkZpZFZxdDlWaFRGKzdkdTNhcHNYZFVDWUVONWVmbER2SDBLa1dmZ3NGc2lJaUlpR2xRZDdndjZDNEJDM3JlVHlQTXcrU1FpSWlLaUlXRXdHUFlCbU4zUzBqS1B3MnlKUEErVFR5SWlJaUlhTXBJay9WYWhVTXlVT3c0aUducTg1cE9JaUlpSWhvd2dDSGRJa3VTTnM3ZjhrK1NPaDRpR0RpdWZSRVJFUkRRazlIcDlDb0RSZ2lCRXBxV2xYU3AzUEVRMHRKaDhFaEVSRWRGUXVkNytnRU52aVR3UGswOGlJaUlpR2lwMzJCOUlrblN0bklFUTBkQmo4a2xFUkVSRWcwNnYxNDhITU43K1hCQ0VXSjFPZDZHTUlSSFJFR1B5U1VSRVJFU0RUaFRGLyt1NFRCQ0VPN3JhbG9qY0U1TlBJaUlpSWhwMFhTV2FISHBMNUZtWWZCSVJFUkhSb0VwUFR4OHRDRUpheCtXQ0lJeE5UMDlQbGlNbUlocDZURDZKaUlpSWFGQjFOZVRXWVIySDNoSjVDQ2FmUkVSRVJEU29CRUhvNmJZcTF3MVpJRVFrS3lhZlJFUkVSRFJvRWhNVFl3Qk03RzY5SUFpSnFhbXBZNGN3SkNLU0NaTlBJaUlpSWhvMEdvM21tdDYyVVNnVUhIcEw1QUZVY2dkQVJFUkVSTzRyTXpQek5RQ3YyWi9yOVhxcGRia2dXMUJFSkF0V1BzblYrS0NQN2RiZjMzK0s0L1BvNk9nMTZQQ0RpNStmWDFwU1VsS1J0N2YzcUo2T0ZSQVFjQVVBTlFDRWg0Zi9EWUIvZDl1bXBLUlU5bkNvSUY5ZlgxMUlTTWhNWDE5ZmZYY2JSVWRIL3o4QVFUM0ZkRDRHKzN3MEdzMjR3TURBWG4vcDdzR3drSkNRMi91NWozY1AvN1YxY002bkhSQVJFUkhSdVdQbGsxeEtXRmpZM09EZzROOGRQWHAwUm5KeWNqWUFtOE5xVlU1T3pvaGh3NGJkVlZWVnRUaytQbjU3ZG5iMmNBQUlEUTI5UHpRMDlFOStmbjRYMlRldXFxcjZWMmhvNko5VUt0V3cyTmpZZCt6TFQ1dzQ4YmZHeHNhdjdNLzkvUHlTNCtQamQrYmw1ZW5NWm5PeGo0OVBja1JFeElObFpXVlA5U1hteE1URUl3cUZ3azhRQkY5SmtzeFdxL1cweFdJcHFhMnQzV1kwR2pPNzJFVVlQbno0ZmFXbHBVdDZPYlJLcjlkYnJWYnJ5YTVXZW5sNVJXWm1abnAxZUkrRzVIekN3OE1YaXFKWVYxOWYvMmxmanRrRmRVeE16S3VpS0ZiVjFkVjkwWEZsY25MeUNmdGpoVUxoWnpLWkRGNWVYakd0aXdTTlJoUFgzTnhjYU4rbXVMajR4c2JHeGtQbjB3NklpSWlJNlB3dytTU1hVbEZSOFlvZ0NNRlJVVkdMQUNBbkp5Y0tnQkpBUzNKeThta0FHRGx5NUZOVlZWV2JXM2RSUmtaR3JnZ09EdjU5Ym03dStQRHc4RVVsSlNVTEFFaWpSNC8reEdReUhUaDgrSEJTZEhUMDMydHFhajV1Ykd6YzArRWxmV05pWXY1MSt2VHBETFBaWEF3QXAwK2ZYakoyN05qOTlmWDFIelUxTldYMUZyTmFyWTQxR0F4QkFKcjdlSnBoTFMwdGRRQ01mZG00OVQzb3hENnNxWU9oT0ovUWtKQ1EyeVJKc21xMTJybjJoU3FWYXBqTlpxdHkzREE3T3pzWlFKbE9wN05acmRZVHJjY2ZaYkZZaWx0YVdtcWpvNlBYUlVkSHR5MERnSUtDZ3N0emNuSXVDQWtKdWFtcHFja1FIeCsvcmJTMGRMSEpaUG9KQURRYXpRV2pSbzE2OCtqUm81TWNYa29aR1JuNTlIbTBBeUlpSWlJNlQwdyt5ZFg0bEplWFB3TkFDQWtKbVEwQUtTa3A1ZllLWnhkYWpFYmpMeWRQbnJ3d0lTSGhjNlZTT1N3aElXRWZBQWlDNENPSzR2Q0VoSVR2QWFnMUdzMkUvUHg4eDZSREdSOGZ2Nlc1dWJtZ3ZMejhSZnRDczlsOC9PVEprNC9FeDhkL2N2VG8wU25OemMxSEFTQXNMR3hoV0ZqWS9TcVZTcHVVbEZRRUFJY09IWXB0M2EydmlTZUNnb0pTQlVId3c5a2h4cWJldG5lc0F2WmlTTTRuT2pvNjQ5U3BVNCtmT1hObXRjTmliNzFlYityaDc5UjJiSjFPWjNaNEhYU3pUQkVTRWpJakxpNXV5OUdqUjZmWkU4K2twS1FpUVJBMFNxWFMzeDZ6SkVuTnVibTU0ODZqSFJBUkVSSFJBR0R5U2E1RW01aVllS0M0dVBqdS9neUhyS21wMlFvQVhsNWVVZDFWQ1lGT1Nad21MaTd1RFM4dnI2aTh2THlyT201YlZWVzFXYVZTUll3Yk4yNWZjWEh4Z3JxNnV2Y3FLaXIrVVY5Zi8rNkVDUk9LRGgwNk5BNzlTRGdkK2ZuNVhhcFVLcjJEZzRPbjFkYldmdGpEcGxKTFMwdGRkK2VVbXBwYUM4QmUvUnlTOHdrSUNMakN6OC92a3RMUzBnZjZjcTZPWW1KaVh2ZjM5NThrQ0lKNndvUUpoeHpYT1M0N2ZQaHdFZ0N4c0xEd2pna1RKdnhYa3FRejl1MFVDb1YvYTRJYkJLQU8rTjgxcStmWURvaUlpSWhvZ0RENUpGZFNYVnhjZkhkOGZQeTdSNDhldmJDL082dFVxdEJ4NDhaOTNaZHRSNDhldlYybFVnM1B5OHViRHFDaHEyM0t5OHVmdFZnc3BYRnhjWnZMeTh2SGw1V1ZQUlVZR0hnTEFDUW1KaDR1S1NtNXE2R2g0VnRCRURTdGlTQUFRS2xVQnJVT3E4VXZ2L3d5eVdLeC9PSjQzTURBd045V1ZWVnQxR3ExZC9hUWZDcVRrNU9MUlZGczdDNVphbDFYbkpPVEV6VlU1MU5ZV0hoZFlXSGhyTzZ1UlhXTXRhbXA2YWZDd3NLYjdjOUxTa3JtQTJlcm5LMEpacHVPeSt6SDhmTHlHaGtmSC8rcFNxVUtQM0xreU9YMjlhbXBxY1ZaV1ZuQlhaMW5mOW9CRVJFUkVRMGNKcC9rVWhvYkc3L0t6czVPQkhEYVlYRlgxemFlbDlMUzBrZTl2YjFIcGFhbUhnY0FwVklaSUlxaVVaS2tGdnMyU3FVeU1EYzNOeUV2THkvUlpESlZBMUFFQndmZjJ0TFNVbDlVVlBTSE1XUEc3RHgyN05oVm9pZ2FIUk1oblU1bjdpNHg4dlgxdlVpajBjUWRPWEprU25KeThtRnZiKzg0czlsOHZJdE5oZFlKaFJ4bmNYMnBkWktpdXRaRktyMWViNVhyZkRwVUY3MzFlcjJwcDRxam80NlZ6KzZPblphVzFwaVRrek02SlNYbHBNbGtjdHhud05zRUVSRVJFWjBmSnAva2N2ejkvU2MwTmpiYXI0VVUwTWRFdzJhem5jbkx5L3RWZCtzZHEzSVdpK1dJeFdJNVlrK3FrcE9UVHg0OWV2Ulh6YzNOeHh5MlA2VlFLSXdtaytrRUFBd2JObXkyeVdRNjRPM3RmVUZUVTlPWCtmbjV2MjlwYWFsdmFXbXA3K3U1alJ3NThvbkt5c29OQUdxcnFxcldSMFJFUEh2OCtQRVpmZGwzMkxCaGMwdExTNWQxdFU2dTgra2pMd0J0U2JEQllCZ0ZvTHpqNlhXM3MxcXRIbDFaV2ZrNmdDYjdNbEVVdXgwaTNKOTJRRVJFUkVRRGg4a251WnpvNk9oL2xwU1VQQXdBUGo0K2tSYUw1VlJmOWxPcFZLRmp4NDc5cnIrdjUrM3RQVXFoVVBnM056Y1hPQzVYS0JUK0pwT3BiUWlyUnFNWmMrYk1tWCtFaElUTUFJQ21wcVl2QXdNRHB6c21lRDNSYXJXLzkvUHp1eUkvUC84ZUFEaDE2dFFMS1NrcHg3UmE3YTNWMWRVN2V0azlUQkFFTHdDMXZXdzNxT2NURlJYMWZFaEl5QndBc004KzdLaXJaUVVGQlhxYnpWWU5uSjB3U0tWU0RiZlBmR3VuVkNwREJVRlFaR1ZsaFhUYzMyS3hIRDUxNnRUZjdNOTlmWDFIMmlkTjZzcTV0Z01pSWlJaU9qOU1Qc25WK0h0N2U0OXRhbXJhbDVPVEU2blZhdTlTS3BYZUFFSnpjbklpZTlveEx5L3ZrakZqeG55V25aMGQzbkZkYW1wcTdiRmp4MzdkMVg1aFlXRkxhMnBxdGdNUUhSYXJsVXFsSHh5dW56eDE2dFFLT0ZUd0FDQTRPUGkyK3ZyNlhiMmRsSyt2cnk0bUptWkRhV25wL1FBcVdoZlhuamh4NHI2WW1KaE5Gb3VsdkxHeDhSdUhYU1NqMGRoMlc1U0lpSWo3UlZFMEppWW1IcW1zck54WVhsNitDVUJGUTBQRDdxRThueE1uVGp4NjRzU0pSN3RZWlI5Mk82TGpDajgvdjZuMlJQalFvVU9qUjQ4ZXZiTyt2djZMTTJmT3JBRWdoWVNFM0I0WkdmbGNVVkhSbk81ZTE2NjB0UFErUHorL20zeDhmSkw4L2Ywbk56WTI3aTB0TGIzUGNadHpiUWRFUkVSRWRINllmSkpMQ1F3TXZNeGtNaDNFMlNHV3dSRVJFVXVibXByMkpTWW0vcENmbnorOXVibTVvT04xaFFrSkNRY0JRQkFFUWFGUStOdWZPMUlxbFFFeE1UR2JBS0N5c3ZLbHlzcks5UUEwVVZGUlR3VUZCVTNQeWNtNUVJQS96dDc2cEdYWXNHRzNOVGMzSDBmN0JLNWRvdWJyNjZzTENRbTUrZGl4WStON09pZC9mLzhwbzBlUGZyK3lzbktEdy8xSkFRRFYxZFh2K1ByNnBvOGVQZnJ6a3lkUFBsUlpXZmthemc0emJqbHk1RWlhdDdkM2JGaFkyT0tnb0tBYmZ2bmxsMHZVYXJVcUpDVGszdFRVMU1QMTlmVmZscFdWUGVsd3VDRTVuLzRLRGc2ZWFqUWE5OWxmczZDZzRQZHhjWEVidFZydERFbVNiS0lvbWdvS0NxNHdtVXdsdlIzTGFEVHVqNHVMZTd1Z29PRG0yTmpZVFNkUG5uekNQc3Z0ZWJRRElpSWlJaG9BVEQ3SnBRUUdCbDdUV2dFTUd6dDI3TTdhMnRyM1RwNDgrVWhvYU9pZng0NGQrMjFoWWVHMVRVMU5lUUNDSlVteUFzQ1JJMGZTQUVURXhNUXNxNm1wZWYvMDZkTVpIWStibXBwYTI3b2RnTE1KWVd4czdFYXoyVnlRbjU5L0tZRHlFU05HUEQ1eTVNZ01TWkphYkRaYjFZa1RKK2IzRUtvNkxpN3UzVk9uVGoxdU5CcTdIUlljRmhiMnA2aW9xRFhsNWVYUG56eDU4ckd1dGpseDRzUmZiVFpiVTB4TXpNdGVYbDdEeXNyS1hveU9qbjdlMzkvL1VyVmFIVmRkWGIwMUp5Y25EVUM1eFdKQlkyUGpmYVdscFg4TER3K2ZGeHNiKzBaTFMwdDlXVm5aNDFGUlVTOE85dm1jQXordFZqdTNvS0RndHdCOC9QMzlMdzRNREp6dTYrczcwV3ExSGdmZ3BkRm94bWkxMmdlYW1wcStNNWxNaDF1cnBMNnQvN1ZkN3hzY0hIeGpaR1RreXVQSGo4OHdHbzJaaFlXRmw4ZkV4T3hVcVZUYU0yZk9yRDZYZGtCRVJFUkVSQjVxMUtoUkc0S0RnMjlLVEV3OEVoRVI4UlRPVGpnRUFBZ0pDWm1oVnF2SHA2V2xOYVdtcHBvaUl5UC8wYnBLTldyVXFDMmhvYUgzQTFCMGRkejQrUGgzT3l6eUNRZ0l1THlyYlFFb2U0b3hPRGo0SmdCUXE5V0pYYTNYYXJXMzJoLzcrdnFPREFvSytrMVB4M1BZOWtJQWFnQVlObXpZblg1K2ZsTUJhSHJaVGRXNjNaQ2NUdys4OVhwOXA0bWgxR3IxaExpNHVIZDhmWDB2U2sxTnJSODdkdXplOFBEd1VtL2dRd0FBSUFCSlJFRlV4elFhelFVTzJ5U01HREhpcjZOSGovNTR3b1FKdVFEOGtwT1RUNmFtcHRaRVIwZS9BQUJoWVdGL25EQmh3aS8rL3Y1SkhWN0NmOHlZTVo4Q0NNTzV0UU9QcHRmcnBhNytialJ3ZERyZEtyMWVMK2wwdW9mbGpvWFk1b2NLMzJjaUluSTFuU2FlSWFjbXFOWHFoTzdXdGY3L2ZFWmlLQUI0OTNKODZpZDJFQWNmazAvbndqWS9OUGcrRTNtdUxuLzlKM0lCTlhJSFFQMGlXU3lXSTkydGEvMi83VHlPTHdJdzkzSjhJaUlpSXBJUmswOGlJaUlpSWlJYWRFdytpWWlJaUlpSWFOQXgrU1FpSWlJaUlxSkJ4K1NUaUlpSWlJaUlCaDN2ODBsRVJBQUFuVTQzRmNBMVhTeGY1ZkIwbjhGZ2VHL29vaUlpSWlKM3dlU1RpSWpzYklJZ0xPeTQwSEZaUzB2THpVTWJFaEVSRWJrTERyc2xJaUlBZ01GZytGNlNwT29lTnFtMzJXeWZERmxBUkVSRTVGYVlmQklSa1owTndEczlyUDh5TnpmWE1sVEJFQkVSa1h0aDhrbEVSSTdlNzI2RkpFazdoaklRSWlJaWNpOU1Qb21JcUUxRFE4TzNBT283THBja3FhbW1wdVlER1VJaUlpSWlOOEhrazRpSTJ1VG41emRMa3ZSdXgrV0NJT3dwS2lveXl4RVRFUkVSdVFjbW4wUkUxSTRrU1oxdXBTS0tJbSt2UWtSRVJPZUZ5U2NSRWJWVFVWSHhOWUFtaDBVbXE5WEs1Sk9JaUlqT0M1TlBJaUpxNTlTcFUwWUFqdGQzN3MzTnpXMlVLeDRpSWlKeUQwdytpWWlvRTFFVUhhLzc1RVJEUkVSRWRONllmQklSVVNjbWsyazNBTE1rU1JhcjFicGQ3bmlJaUlqSTlUSDVKQ0tpVHZMeThob2tTZnBZRUlUdmNuSnlhdVNPaDRpSWlGeWZTdTRBaUlqSU9VbVN0QjNBQ0xuaklDSWlJdmZBNUpPSWlEcEpTVWxKVWlnVWl5Vkppa3RMUy92eDRNR0QrK1dPaVlnQUFDcTlYajlia3FSNUFGSUZRZkNUTzZCenBkZnJKYmxqT0FkR1NaSnlBV3cwR0F3YkFGamxEb2pJbFhEWUxSRVJ0VWxNVEZTbnBhVTlwbEtwREFEMGdpQ0VLQlNLZlhxOS91blkyRmh2dWVNajhuQXF2VjYvSGNCR1FSQXVkZVhFMDRYNUNvSndrU0FJcitwMHVrOEJlTWtkRUpFclllV1RpSWdBbksxMnFsU3FOM0EyNmNTMTExNEx0VnFOblR0M0trVlJmRXlyMWQ0VUhCdzhoMVZRSW5ubzlmclpBRzZLaTR2RGtpVkxNR2JNR0FRRUJNZ2Rsa2RwYkd6RThlUEhzWExsU2h3K2ZIaXFUcWRiYURBWW5wTTdMaUpYd2NvbkVaR0g2MWp0aklpSXdFc3Z2WVFWSzFaZzZkS2xXTDkrUFVhTkdnVUE0MWtGSlpKUDYxQmJMRm15QkRxZGpvbW5EUHo5L1pHY25JeWxTNWNDQUFSQnVGM21rSWhjQ3BOUElpSVBscEtTa3FUUmFQWXBGSXIvejk2ZHgwVmQ3ZjhEZjMyR2ZWOEVBVmRRVXdzRVp0RHJtcFpwTHRsMWFiSE1GclhkcFd2YXRaUlNLalBOdXBsTGFtNWR2VnF1YmZkMnU1clU3MXZYV3lhREdRYTRnTGl4YndNencvWTV2ejlncGhtWVFVQmdnSGs5SDQ4ZXpXYy9NMzVtT08velB1ZDhWa3FTNURoMTZsUWNPSEFBUTRZTU1lNFRGUldGZmZ2MjRlR0hINFpDb1hBQXNOVGYzejhoT2pwNmtPMUtUbVNYb2dDZ1Q1OCt0aTZIM2V2V3Jadmg1UzIyTEFkUmU4UGdrNGpJRGxuTGRzYkd4c0xOemEzTy9pNHVMbGk4ZURHem9FUTJaQmpqeVl5bjdYbDRHSWZiMXYzQkpDS3JHSHdTRWRtWmhtUTdyV0VXbElpSWlKcUt3U2NSa1oxb2JMYlRHbVpCaVlpSXFDa1lmQklSMllHYnlYWmF3eXdvRVJFUk5RYURUeUtpRHF5NXNwM1dNQXRLUkVSRURjWGdrNGlvZzJxSmJLYzF6SUlTRVJIUmpURDRKQ0xxWUZvNjIya05zNkJFUkVSVUh3YWZSRVFkU0d0bU82MWhGcFNJaUlnc1lmQkpSTlFCMkNyYmFRMnpvRVJFUkZRYmcwOGlvbmF1TFdRN3JXRVdsSWlJaUF3WWZCSVJ0Vk50TGR0cERiT2dSRVJFQkRENEpDSnFsOXB5dHRNYVprR0ppSWpzbTZPdEM5QU1IRlVxMWFOQ2lDY0JSRW1TNUdIckFsR3Iwd29oa2dEc1VLdlYyd0ZVMkxwQVJDMGxQRHpjMmNuSmFiRkNvWWdENEJnU0VvTFkyTmcySFhTYU1tUkJ4NDRkaTdpNE9GeTZkTW1RQlYyZG41Ly9SbnA2dXQ3V1pTUWlJcUtXMGQ0em40NHFsV28vZ0IyU0pBMWo0R20zM0NWSkdpUkowb2RLcGZKckFFNjJMaEJSUzJpUDJVNXJtQVVsSWlLeVArMDY4NmxTcVI0Rk1EVXNMQXpMbGkxRG56NTk0T1hsWmV0aVVTc3JLU2xCV2xvYTFxeFpnN05uejk2bFZDb1hxZFhxdDIxZExxTG0wdDZ6bmRZd0MwcEVSR1JmMm5YbXM2YXJMWll0V3dhbFVzbkEwMDU1ZW5waXdJQUJpSTJOQlFCSWt2U3dqWXRFMUd3NlVyYlRHbVpCaVlpSTdFTzdEajRCUkFGQW56NTliRjBPYWdPNmRldG1lSG1MTGN0QjFCemF5MHkyellVejRoSVJFWFY4N1RyNE5JenhaTWFUQU1ERHd6amt0K1BWek1tdTJFTzIweHBtUVltSWlEcXVkaDE4RWhGMUpQYVc3YlNHV1ZBaUlxS09pY0VuRVZFYllNL1pUbXVZQlNVaUl1cFlHSHdTRWRrUXM1MzFZeGFVaUlpbzQyRHdTVVJrSTh4Mk5oeXpvRVJFUk8wZmcwOGlvbGJHYkdmVE1BdEtSRVRVdmpINEpDSnFSY3gyM2p4bVFZbUlpTm9uQnA5RVJLMkEyYzdteFN3b0VWSDc0T25wR1FIR0hGU0ROd0lSVVF0anRyUGxNQXRLMVBMS3k4dXQvaWVFTU82M1pzMGFWRlZWbVIyYmtwS0NTWk1tNGZyMTZ4YlBuWlNVMUtpeVZGWldZdHUyYlpCbEdiSXNJejgvMzdodDVjcVZ4dGNhamFaUjUrMWdQSlJLWldWOU83aTR1UFIxYzNNYmJHR1RGQkFROEdSekhRTUFmZnYyUFFQQTNkSnhuVHQzZnM3THkydDQ3UTF1Ym01L3NuWStLNXhDUWtKaVVSM2JLQUIwTm16bzBhUEhGcFA5ZkJ0NVhtcG1qcll1QUJGUlJ4VWVIdTdzNU9TMFdLRlF4QUZ3REFrSlFXeHNMSVBPWm1iSWdvNGRPeFp4Y1hHNGRPbVNJUXU2T2o4Ly80MzA5SFM5cmN0SVpFcXBWTjRGb0ZLdFZ2OElvTjRnb2JWTm1EREIrRnFuMDZGZnYzN0l6TXdFQUFnaGNPM2FOWFR0MnRXNHozdnZ2WWZldlh2amswOCt3WUVEQjh5Q3lRa1RKdURBZ1FNb0tpckN5eSsvYkZ3L2YvNThEQnc0RUFEdzVKTlA0c1NKRXdDQW1KZ1lkTzVzakJtTWNuTnpjZkxrU1FEQVYxOTloZVRrWkNnVUNpUW1KbUxwMHFYNDRJTVAwS2RQSDN6MjJXZFl0bXdaa3BPVHNYRGhRdXpmdng5ZVhsN04rT20wRzVJa1NRNzE3ZURzN0J6VW8wZVBYVWxKU2YwQlZKaHNjdWpSbzhkSHVibTUyNXJqR0dzOFBEd2l1M1Rwc3M3SnlTa29QVDM5OGRyYisvZnYvLy9VYXJVckFLaFVLbEZSVVhHMTlqNk9qbzdCYXJYYUVRRDgvZjBmYzNOelV3R1F2Ynk4Um9TR2h1NjdlUEhpeE5MUzBqT2RPbldhazVHUjhZeTd1N3VxZCsvZVg1dzVjeVlDUUdGRHkwck5pOEVuRVZFTGlJeU1qSEIwZFB3WWdFcVNKRXlaTWdXTEZpMWlGOXNXWk1pQ3JsKy9IcDkrK3FtRExNdEwvZjM5cC9yNitqNmVtSmg0MHRibEl6SXhRWktrUlVxbE1oL0Fwd0FPYXpTYS96dC8vbnlaclF2MjJXZWZJVDQrSHYzNjljUFNwVXV4WU1FQ2hJZUhBd0F5TWpMdzJtdXZZZGV1WGNiOVpWbkd4bzBiY2ZUb1VSdzhlQkIvLy92ZkVSc2JDMG1Tc0dEQkF0eDY2NjA0Y09BQTNuLy9mZHgrKyswWU5NaDZwd1NGUW9HdnYvN2FiRjErZmo2bVRac0dBQ2d1THNhSEgzNklpb29LVEpvMENYUG56c1h6enorUHhZc1g0OUNoUXdDQW9xSWlMRjY4R011WEw3ZVh3Tk5UcFZKcFpGa3VyYjBoT2pxNnhIUlpvVkI0SkNRa09BR28xR2cwLzFkWVdQaVpxNnRyTjcxZW45YVFDelhsbU5vOFBEeWlBd01ELytyajR6TStLeXRyZFdabTV2c0E2cjN2aFJCVlo4NmM2VlpyZGVlb3FLaVVtdGQrWGJ0MmZVT1NKT2VJaUlqMHExZXZMcnQyN2RxeTBORFF3MGxKU2JmVzdOT3BWNjllaHpNeU1tYURnYWROTWZna0ltcEd6SGJhRnJPZzFKNUlrdVFQNERrQXozbDdleGNybGNxRFFvaEQyZG5aMzEyN2RrMXJpekk1T1RuaG0yKyt3YXV2dm9wTm16WVpBODlKa3lhaHZMd2NPcDBPa3laTkFnQTRPenZqOE9IRENBc0x3NTQ5ZXpCMzdsd1VGUlhoaVNlZUFBQ1VsWldoc0xBUXMyYk5Ra1ZGQlM1ZXZHZ01QZzNuS0M4dng2UkprN0J4NDBaakdTNWN1SUJubjMzV3VQMmVlKzRCQUx6NTVwc1lOV29VbGk1ZGFsYm1vVU9Id3NHaE90SG40K09EZDk5OUYvMzY5V3VoVDZodFNreE05RFJaOUZTcFZCcEw2d0Jnd0lBQlZ3d3IvZjM5cHdQQWhRc1g3dFZxdFdyRGVxVlNhZnl0ek16TWZDY2dJR0JXWTQrNWZ2MzZxeWJYZCsvWHI5KzNMaTR1b2RuWjJadlMwOVBuQWNoSExSRVJFZWtBSUVtU1MwUkVSUHE1YytmdU5yNEJUOCtJc0xDd1l3Q2dVQ2hjOC9QemR3TkFyMTY5UGlvcUt2b2lJeVBqV2ROejVlWGwvUWQvOUN6SVMwdExtMUphV3BwWTU4T2pWc1hnazRpb21iVDNiT2VGQ3hmUXUzZHZBTlVWUG1kbjV6cXYyd3RtUWFrZDhwWWthYllrU2JPRGc0TkxnNE9EUDVObCthQk9wL3MySlNXbDFRWXdLaFFLckZ5NUVvODk5aGo4L1B5TTY3VmFMWTRmUDQ2U2toSjRlbGJITktOSGp3WUFUSnc0RVFDUW5aMWRKM05weXJSTDcxZGZmUVdnT25BMHZEYm8zYnMzamg0OUNsbVdvVkJVVDA5U1ZWVUZEdzhQSkNjbkc4OHpmLzU4dlBycXE4Ynl1THU3WTlTb1VRQUFCd2NISEQ5K3ZPa2ZSQWRXazBWMFFuWFhXUjgzTnpkdm5VNTMyWFFmUTVkWGc1cEFzbEhIMUtMTnlNaDRRYWZUbllKNWwxMHp2LzMyV3loUUhjZ2FYaHVVbEpUOGR1Yk1tV0FBRGdBTWc0c2RxNnFxaXQzYzNKU0dvUHJLbFNzdmg0V0Y3YTZxcWlvQ0FGbVdTNktpb2dvQlFBaFIrZXV2dndiVVUwNXFZUXcraVlodVVsdlBkbVpuWitQVXFWTm1GVDlMSG5yb0llTzRxdUhEaHh0ZkR4MDZGS2RPbmFxemYxcGFHc0xDd3N6V2FiVmF2UHZ1dTFpOGVMSE5nMjVtUWFtcFZDcVZ1UEZlTGNvRHdDTUtoZUlSRHc4UHZWS3AvRW9Jc2I4MUxtejRuY2pKeWNIOCtmT1JsNWVISFR0MkdMZmZjODg5K1A3Nzd5MGVXMUJRZ0tlZmZycFIxeE5DNExQUFBzUElrU01oeTdMVjM2bTllL2RpK2ZMbEFLcURYa05ndVhyMWFvdmxNUVRHOW1MQWdBR1podGVTSkVuVzFnRkFVRkRRQ3dEY3M3S3lWdm43KzQvejgvTjc3TUtGQzVQcU8zOVRqakg5SGhteXJ2VTVkKzdjN1JxTjVnZERrZjM5L2VmazUrZC9KVW1TZzJtMjF0U1pNMmVVbHk1ZG1nMEFrWkdSdVliQXNrZVBIaHRPbno1ZFozS2h5TWpJM0J1Vmcxb1dnMDhpb3B2UUhyS2RRZ2lzWGJzV2taR1JaaE9GM0t4MTY5YkIxZFVWcjcvK3VqRXo2dTd1anJ5OFBPemR1eGR6NXN4cHRtdmRER1pCcWFHRUVEOUxrdFRZV1RaYmxCQkNVZE05TjdnMXJtZklYSTRZTVFLZmYvNDV4bzhmYit3UkFRQW1NVXlUNlhRNmZQYlpaemh4NGdRcUtpb1FIeCtQMGFOSFE2RlFZUHYyN1hqbGxWZnc4Y2NmQTZnZTgzbi8vZmZEeDhmSDRybEtTMHZ0THRDMHBDWWphT0NwVXFrMGx0WUJRSEZ4OFU5ZHUzWmRtWldWdGNyZDNYMlFScU9KdjlINW0zSk1Ra0tDQkZRSG9Ra0pDVjRBU2pwMzd2eWN0N2YzbFBQbno0K3pjSWhIVUZEUUM1NmVubmRMa3VUczUrYzNOVDgvLzdBUW91cmN1WE1qUWtORFAwbE9UamEwNm5hT2pJdzhDd3RkZHdIQXdjSEJtNEZtMjhUZ2s0aW9DZHB5dGpNbUpnYisvdjVtNnhRS2hYRWNscW5Dd2tKamhyTWhOQnFOY1JLUHRXdlhJalkyRmw5KytTVTJiOTRNQUtpb3FJQ1RreE9Ta3BMd3lTZWZHSThiT1hJa1huMzFWWXZuYkEzTWdsSkRxTlZxUzQrUmFIWktwWEt0SkVtTDZ0bEZCK0I3QUo5VlZsYnVQM1BtVEFFQXFGU3FEMXFqZkFaWHJsekIxS2xUelJyVG5KeWNyTzd2NStlSHJWdTNXdDF1eUdwcXRWcjg2MS8vd3VqUm8zSHk1RW1zVzdmT3VFK1hMbDJnMVdxUmxaV0ZvS0FnSEQxNkZDTkhqb1JDb1RDT0U5Vm9OTVlKaHp3OFBDeDJyMlZBYXAxT3AvdkYzZDA5RW9DVGg0Zkg4UHo4L0xsS3BWSmZXVm1aQ3dBVkZSVlhEWmxHUjBmSEFMVmE3ZHFVWXl4ZE96czdlM3RnWU9CZkFnSUNuclF3TzY2WG41L2Z6SUtDZ3NQZTN0NTNtV1pXOVhwOXVrS2g4SEp6Yyt1bTArbXVCQVlHUGxoWVdQZ2xnQ3JET0ZGSFIwYy93NFJEVlZWVnhaYTYxeklndFQwR24wUkVqZFRXczUwS2hRSkhqeDQxV3hjVEUyT3g2K3lnUVlPTWxUUlpsakY2OUdnY08zYk00bm1QSHorT3Q5NTZDL3YzNzRlZm54LzBlajNlZXVzdEtCUUszSGZmZlNncUtzS1RUejZKMWF0WG8xZXZYaEJDNE9lZmY4Ymd3YTFTbjI4UVprR3ByUkpDbEVxU2RGeVc1VU1WRlJXSGtwS1NTbTU4Vk12cTFhc1g1cytmYjF6T3ljbEJ6NTQ5cmU1ZlVGQ0EyYk5uMy9DOG5UcDF3dTdkdXdIQVlyQjZ6ejMzWVBmdTNaZy9mejUyNzk2Tk5XdldBUGhqbk9qbzBhT05yOTkrKysyR3Y2RU9yUGJNdHRiV29YcThaSmxlcnovcjQrTnpwN096YzArdFZwc0lHTWVDbWpHWlJLaXlDY2RZVXA2V2xqYmpsbHR1T1M3TGNuRitmcjVwZC9MTTVPVGtRUURRcFV1WDViVVB6TXZMMjkycFU2ZkZWNjVjZVNVb0tHanh4WXNYN3dmK0dDY2FHUm1aYTNqZG8wZVBqYldQcDdhQndTY1JVUU8xNVd5bnFlWExsK09CQng1QVNZbDV2YVAyV0NwUFQwOHNYNzdjbUUwWU5HaVFNWU1neTdKeDRnNEEyTEpsQzQ0Y09ZTDMzbnNQL3Y3K1VLdlZXTFpzR1dKall6RnMyRERrNStkai92ejVtRE5uRG5yMTZtVTh4ei8rOFEra3A2ZGordlRwTGZtV0c0VlpVR3BEaWdFY0UwSWN5TW5KK2Z6S2xTczZXeGZJbWlWTGxpQStQaDRYTGx6QXFWT25FQk1UZ3lWTGxwanQ4L0hISDJQZXZIbDFHcjhBWU5Tb1VmVm1SVTA5OE1BRHVQLysrM0h4NGtVb2xVcmNkdHR0VnZjdExTM0YyTEZqRy9kbU9xQUd6SFlMQU9qWnMrYzJqVWJ6VFdwcTZuUmZYOTloT3AzdU4yOXY3NG1TSkxuYzZCcE5PYVlXMzZDZ29HZXpzcksybno5Ly9yNCtmZm9jOVBEd0dIbjU4dVZZTk9EeEoxbFpXWnNHREJodzF0WFY5VGFOUnZOL1dxMzJGMnY3T2pnNGVKdU9lYVcyZzhGbk14SkNOTXRZQ0NKcW01eWRuYitSSk9rT0FKZzZkV3FieW5hYW1qUnBFdDU1NXgyelNUaGlZbUxxekVJNWF0UW9ZK0JwY09uU0pmVHMyUk1LaGNKNGZFeE1ESDc5OVZmczNidlgySjFYcVZSaStmTGxXTGx5SmZiczJZT25uMzRhMTY1ZHc5YXRXN0YrL1hwVVZsYkN3Y0VCQ29VQ1o4NmNRWFIwZEp0NzlJRnBGblRmdm4wT0FKYjYrZm5OOGZmM0Q3SjEyYWpET3lITDh0U0tpb3AvSlNVbGxkdTZNQTBSSGg2T1YxNTVCV3ZYcmtWY1hCeWVmZlpaNHl5M0R6LzhNSURxZXBCV3F6VXVtOUpxdFZpeFlnVUFZUHIwNlpneVpZclZhN201dWVHMjIyN0RkOTk5WnpXekdSOGZEMWRYVjNoNGVGZ01kdTJvMjIxSnpiTTdUWlVEa0FFRUFERHRadXJ0NWVVMTFzbkpxWHZuenAyWE9EazVoZWoxK2xRZkg1OHhON2lHYjJobzZEcFhWOWZ3Umh4ajRBb0FQWHIwV08vbjV6ZE5vOUVjQS9CaGFXbnBzZVRrNU1FOWUvYmNIaFVWZFNrdkwyOVhibTd1T3IxZWY3R2VjNVdXbHBhZTlQWDFuWktlbm02eFJkUFgxM2VxTE12YXFxcXE0bHBqWGdHdzIyMWJZTmZCWjE1ZUhpNWR1Z1NWU3RYb1k2ZE5tNGJEaHc4YmwyVlp4Z01QUElCdDI3YVpUVTFlVmxZR0p5Y240MVRoOVRsNThxVFp3NWZYckZtRFJZc1dHWjlkQlFBcEtTbFl0R2dSUHZyb0k0U0VoRmc5bDFxdFJrUkVCSnljbkxCejUwNU1uejRkN3U3dUZ2YzFuVFd1dHBLU0VseTllaFZwYVdrSURRMUYvLzc5QVFEZmZ2c3RrcE9UTVhmdVhMUDlwMDJiaG9NSER6Ym8vUksxUThaV1pGOWYzdzV4bjFkV1Z1TGt5Wk5RcTlXUVpSa3JWNjYwbUozWXNHRkRuY2Exd1lNSDQvRGh3M0IwZE1ScnI3MEdIeDhmZUhsNXdkM2RIYTZ1Znd6M09YTGtDTTZmUDkvbWdrK2dldklVMDk5c1NaSnM4WGRSTDRRNFk0UHJrbzJvMWVwRHRpNkROVnF0Rm5xOTN1ejcvdDEzMzJIZHVuVll0V29WK3ZmdmorM2J0K1BGRjE5RWNYRXhIbnJvSWV6YnR3KzV1Ym5ZdW5VclJvOGViWEhHMjFHalJtSGZ2bjExcnVQb2FQNlZ5OHJLd29vVksrRG82SWczMzN3VGI3LzlOaElURXpGcjFpd0VCQVFnSlNVRnhjWEYrTWMvL29HNHVEaXpZMHRLU2lDRVFHNXVicDN6ZG5DVnRaYkxjM0p5MWtWRlJWMlFKTW5CWkwyaXVMajQ2L3o4L0QxNnZUNVJyOWVuR1RZRUJBUThaMjFHV1FCRmhZV0ZSL1I2L1lwR0hBTUFjSGQzdjFVSVVRR2dMQ1VsUldrYVhKYVZsYVdrcHFhTzhQWDFuZXpuNS9lSVhxOHZSUFhmV1E5WmxzMGFaZHpjM0xwMzY5WnRweENpSWkwdGJXYjM3dDAzZW5wNmpzakl5RmdGNExxN3U3dlMwZEhSdjNQbnpnc3pNakllcjFVTUh3Q1NzN056U0UxWnlJYnM2cHRaVzNaMk5wWXNXWUpseTViaGpqdnV3S0JCZzlDbFN4Y0FNSHUyRkZBOXVOMndEUUN1WDcrT21UTm5BZ0JtenB3SlYxZFh5TEpzVm9rQmdDKysrQUxIamgzRHFsV3JNSDM2ZExNZnc4cktTaHc5ZWhSZmZ2a2w3cjMzWGl4WnNzUVlCSDd5eVNjNGNPQUFrcEtTalB0UG1EQUJCdzRjUUZGUkVWNSsrV1hqK3ZuejUyUGd3SUhHNWZQbnorUEZGMS9FM3IxN0VSSVNndlBuejJQdjNyMTQ4c2tuRy9TNVRKczJEWHE5SGpxZERpNHVMdWpVcVJPQ2c0TXhmdng0OU8vZkgwSUliTnUyRFMrOTlGS2RZeTlkdWdRaExNOVFQM1RvVUhUdTNObTRmUFhxMVRvemIyWm5aK1BFaVJNTktpZFJheXNvS0xqZDM5OS9GWUQ1TzNmdWRJaVBqMGRjWEJ3aUlpSnNYVFNMYW1jMWF5OEQxUlhBclZ1MzRrOS8raE1VQ29YVmJuSFdlblg4K09PUEdEcDBLQ0lpSWpCdTNEZ2NQWG9VWThlT05XWWlSb3dZZ1I5KytNSGlzYloyN3R3NXJGaXhBc25KeVVEMU0rTzJaMlptTHJ4Mjdacld4a1Vqc2hsREhXRHExS2tBZ0lNSEQyTGZ2bjFZdTNhdGNkYmJ3TUJBYk5teUJVdVdMTUhkZDk4Tkh4OGZyRnUzRHVIaDRYand3UWN0bnJmMjJPLzc3NzhmT1RrNXh1c0ExWk1OYmQ2OEdmZmNjdy91dWVjZVNKS0VtSmdZckZ1M0RsOTg4UVZtejU2Tjd0Mjc0NldYWHNLRER6NVk1M2ZwcTYrK3dxWk5teUJKRXU2Nzc3N20vRmphbmN1WEw3OTQrZkxsRnh0elREM2pOMFZoWWVGbmpUd0dBS0RWYXRYSnljbGhPcDN1cXJYckZoWVdmbDVZV1BnNUFFUkVSR1E0T1RsMXljdkxNMDVHVkY1ZW50NjVjK2U0L1B6OHYrZmw1ZTBHSVBSNi9YZEJRVUZyZ29LQ1ptVmxaYjJsMVdyUFg3NThlVUZPVHM1R0FHWVYwY0RBd01lN2RPbnlCZ0NSbDVlMzVjYWZCSkVWS3BWS3FGUXFjVFBVYXJYNDYxLy9Lb1FRNHM0Nzd6U3VIek5tak5sK3B0dUVFR0xxMUtuRzExVlZWV0w2OU9saXpKZ3g0b0VISGhCLy92T2Z4WWdSSThRLy8vbFBJWVFRMjdkdkYzLzcyOStNNTZ5cXFqSzd4dmp4NDQzWHFLcXFFaHMyYkJDVEowOFc2ZW5wNHZYWFh4ZXlMQXNoaEpnL2Y3NVl0bXlacUtxcUV1KysrNjc0K2VlZjY3d2ZuVTRuSG56d1FiRjM3MTdqdWl0WHJvZzc3N3hUcEtTa1dQd01hciszSVVPR2lMS3lNb3Y3Q2lIRWwxOStLWll1WFNxcXFxcEVXbHFhdVBQT080My9xVlFxczJYVGN3OFpNcVRPZFdxenRLNHhEUGVFcmU5TjZ0aVVTdVZRbFVyMXUwcWxFZ01IRGhUcjE2OFhlcjMrcHU3ZDVqWnk1RWl6WlV1L2xiWDNHVGh3b01YWHBzZkd4OGVMNU9Sa0lZUVFKU1VsWXNpUUlhSzB0RlFVRlJXSnUrKytXd2doeFBEaHc0MzdtNzV1SzhyS3lzUzJiZHZFd0lFRGhVcWxFa3FsTWsycFZEYTBDeG1SelRSSHZhZXhxcXFxck5ZSkRQVVRlOVhCNmh5ZEdybStxY2VRbmJQcnpDY0FSRWRISXpvNjJyajhyMy85Qzd0MjdVSlJVWkd4OVc3Ly9qOG00aG8rZkRqNjlldUh6TXhNeko0OUd5a3BLWGppaVNlUW5wNk9tSmdZYk55NEVYdjM3a1Z1Ymk0bVRweUlzckl5eko0OUcwSUkvUE9mL3dRQWpCa3p4bW8zVjRWQ2diQ3dNT3pac3dkejU4NUZVVkdSOGZFSVpXVmxLQ3dzeEt4WnMxQlJVWUdMRnkrYWRkT1ZaUm12dnZvcXVuWHJaamJlb212WHJsaTRjQ0ZlZU9FRmJONjgyVGhUM1o0OWUvREpKNStndUxqWW1CRXh6QjVuZUdaZmJZV0ZoZGk1Y3llMmJ0MkszYnQzNCt6WnMyYnZKU1ltQmtlUEhqWHJLbXpLdEVXMG9xTENhZ3NwVVZ1bVZxdFBoSWFHS3YzOS9WZkpzdHhtczZDMUp4aXk5dkIyYTJSWk5odGVBQUEvL1BDRGNmem02ZE9uRVJrWkNYZDNkNXc2ZGFyZVdUQjM3ZHFGaVJNbm12VitzQVZMMmM2c3JDeG1PNG1zVUNnVVZ1c0VuT2VpUThscjVQcW1Ia04yem02RHozLy8rOTlZdDI0ZHZMMjk4ZW1ubnhyWFQ1dzRFUk1uVHNUWXNXUE5nazRESVFTcXFxck0vajltekJpTUdUTUdTNVlzd1FjZmZJQWpSNDVneDQ0ZEtDNHV4aU9QUElMbHk1ZWJkWXU5RWNNQS91enM3RG9UaEpneXJVaVdsNWRqK2ZMbHlNcktNajV2ejlTOTk5NkwzTnhjUFBIRUU0aU5qY1ZkZDkyRm1UTm40cTY3N3NLa1NaTncrUEJocTM5Y1RIMzExVmZJenM3R25EbHpVRlJVWlBZY3Y0WXcvVXlIRGgxYTV6TWVPblJvbzg1SFpDdnA2ZW42OVBUMGhVcWxjcjhrU1R2UzA5UDd6NW8xQzQ4Ly9qaWVldW9wdUxnMGRoTEE1clY4K1hLekNUY3NUVGhrMm5Ba3k3S3hJcW5WYWlHRXdNeVpNNDFqeTR1TGkrSHU3bzZ6Wjg5aTh1VEpBSUNmZnZvSkkwYU1nQkFDZS9mdU5mNTJtWkpsR1VJSXhNZkhZOXc0Uzg4VWJ4M2w1ZVhZdlhzM05tL2ViQ2hUT29DbjFHcTE1ZWZLRUJFUlViT3oyK0J6L1BqeEdEOStmSjNaMEF5Wk9OUE01enZ2dkdQY0hob2FDcDFPQjNkM2QyellzQUZ2dmZVV3dzTENBQUIvL2V0Zjhjd3p6MkRDaEFuR2RjdVhMOGRMTDcyRVBYdjJOTHFNQlFVRkZnZnRXL0x5eXkranNMQVFHelpzc0RxeDBLeFpzeEFVRklRVksxWWdMUzBOVHo3NUpMNzk5bHNBMVdNdjR1TGlvRlFxVVY1ZWJ2YUloWktTRW5oNlZzK3pzbVhMRmt5ZVBCa3Z2L3d5SG4zMFVRUUZCZFg1REUyblBOKzRjU051dmZWVzQ3S2gwZ3BVWno1Tmw0bmFvN2FhQlczSVRJK0dmWll0VzRiVTFGVGpoR0x4OGZIdzgvUEQwMDgvalR2dXVBTnZ2dmtteG8wYkIxbVdFUlVWWlh6c3dmZmZmNCs0dURnc1hMZ1FYYnAwc2ZoOWpvNk94cGd4WTlDMWExY0VCOWVaZUxCVk1OdEpSRVRVTnRodDhHbU5wV3duVUozeDNMSmxDelFhRFJZc1dJQU5HemJnMEtGRENBNE94dW5UcDNIczJESDgvUFBQV0xCZ0FWSlRVekZ2M2p3OC8venpHRGh3SUE0ZVBJaE9uZjdvL3Q0UzNWUVdMRmlBNjlldjQ5NTc3d1ZRbmJsd2RYVTFtelNwdExRVWh3NGR3b0VEQitEdDdRMVpsbkhzMkRGNGVIaGcyYkpsZVBIRkYvSGhoeC9DMWRYVjdCRU5RNGNPTlZzK2NPQUFuSnljaklQNXJYVWhycTFuejU1bW1kS2hRNGZpODg4L045dm5vWWNlYXZ5Yko3S3h0cDRGQmFvem45WTgvL3p6ME9sMDZOR2pCNERxQjd5UEdqWEsyT2dVR3h1TDJOaFlzMk1xS2lydzZxdXZJaW9xQ2dzWExqVHJjanQ4K0hEajYwMmJOalhuMjJnVVpqdUppSWphRmdhZk5XUlpObzVUdk8rKys0eXZmWDE5c1hYclZraVNCRzl2Yit6ZnZ4OXVibTdvMHFVTHdzUERBVlFIZXBtWm1aZzdkNjd4OFFLR21XSUI0T0xGaThiWG9oSFBBdlh6ODZ2M2djeW0zVzVEUTBNUkdocHFEQkxIangrUHJWdTNHaXVUQURCdTNEaTR1cm9pS0tqNkVYYi8vT2MvY2V1dHR5SWpJd09EQncvRzIyKy9EUThQRDNoNGVGaTk1c1dMRi9IdXUrOUNxVlNxOURZY0FBQWdBRWxFUVZUaXNjY2VnN3U3T3padjNteDFMTm5YWDMrTnk1Y3ZZL2JzMlFETXM2TGw1ZVVXSHd4dE9sTW1VWHZTVnJPZ0FPcjlMYWs5NnpRQVkrQnBqWk9Ua3pHZ3JUM1djL1hxMVUwb1lmTml0cE9JaUtqdHNldmdVNVpseUxLTUhUdDJ3TTNORFY1ZVhnQ3FKL1l4VEx4akdsUTkvUEREZVBEQkI1R1RrNFBBd0VEaityUzBOSVNGaFdINzl1M0dkY09HRGNOZi92SVhBTURhdFd2eDRvdlZzMTFuWjJlYkhWdWZnb0lDWTlEV0dOZXZYNGRXcTBXM2J1YXpYMnUxV3JQQTh2TGx5NWc1Y3lhKytlWWJBTlhUb1AvM3YvODFDMWhyOC9UMHhNeVpNOUdyVnkvMDZ0WExXT25NenM3R3FWT256UFkxVEliVXZYdDNzMkR5UC8vNUR3NGRPZ1NOUm9QYmJyc05mZnYycmZPOFVLTDJxajFrUVRzeVpqdUppSWphTHJzT1B0VnFOVFFhRFk0ZlA0NHBVNllZeDJubTVPUlluWVYxLy83OUdEMTZ0Rm4zWE5NWlp3M216SmtEb0RyZ3k4aklRR1JrSkw3NTVodDg4Y1VYS0NzclEwRkJnVEhvcytiamp6L0d2SG56TEdZQlI0MGFaVFdUc1czYk5vd2RPOWFzeTIxRlJRWDBlcjNaZU5Dbm4zN2FiQitnT2pBY01tU0kxVEoxN3R3WjgrYk5BMUJkeWZ2OTk5OFJGUlZWNy9zd3RYLy9maHc2ZEFpYk4yL0d4SWtUOGZiYmIrT0ZGMTdBa2lWTHNIVHBVdmo0K0RUNFhFUnRXVnZPZ25aVXpIWVNFUkcxYlhZZGZQYnAwd2YzM1hjZkZpOWVqTGk0T0F3Yk5neEE5Y09UclkzOXRNVEx5OHZxL3FkUG4wYmZ2bjNoNXVZR2pVYUQ3ZHUzSXpJeUVyTm16Y0tHRFJ2UXJWdTNPak5RR2g2VElvU0FWcXMxZTJ5S2dWYXJ4WW9WS3dBQTA2ZFB4NVFwVTFCZVhvNU5temJoeElrVDJMTm5qOW00ei8vODV6L28wcVdMV2JCWk8vQk1TVW5COGVQSGNlalFJYXZ2OWVMRmk0aVBqOGVwVTZmdzY2Ky80cFpiYnNIT25UdHYrQmxsWldWaHpabzF5TTNOeFljZmZnZy9QejhBZ0p1Ykd6WnQyb1MvL2Uxdm1EeDVNcVpObTRZSkV5YmdsbHR1dWVFNWlkbzZaa0ZiQjdPZFJFUkU3WU5kQjU4K1BqNVl1blFwZnZycEovenl5eTlZdG13WmdEK2VkVmxaV1FsSFIwY1VGaGJDMGRIUm1BM1ZhRFJtbWRIYXl3YXpaOC9HYjcvOUJwVktoZno4Zkx6NDRvc1lQWG8wRmk1Y2lQMzc5MlBPbkRuNDRJTVBFQm9hQ28xR0EwZkg2bitPZmZ2MklUYzNGMXUzYnNYbzBhTXR6bmc3YXRRbzdOdTN6N2g4OHVSSnhNWEZvVnUzYnRpNWN5ZjgvZjJ4YmRzMmJONjhHUXFGQWo0K1BuajExVmV0ZmhZVkZSVjQ2YVdYOFB6eno5ZmJMZmpTcFV2SXo4L0g5T25UOGZiYmI4UGIyOXU0cmZhNFQxbVdBVlFIckk4KytpaW1UcDJLVmF0VzFYbWtpNk9qSTE1NjZTVk1uRGdSSDMzMEVlYlBuNC85Ky9lYm5adW9QV01XdE9VdzIwbEVSRVN0UXFWU0NaVktKVzdXM0xsenhYLy8rOTg2Nng5NTVCRngrKzIzaTVFalI0cDE2OVkxNmR4eGNYSGkrUEhqWXVyVXFXTGp4bzFDbG1YanRuLy8rOS9pNHNXTFl0aXdZV0xJa0NIaXZmZmVFMElJVVZsWktXSmpZOFcrZmZ0RVZWV1Z4Zk8rOU5KTFpzdDZ2VjZvMVdxTCsxbzdoOEh4NDhlRkVFS2NQMy9lNHZhalI0L1dlN3dRUXZ6dmYvK3JzKzdubjM4MnZyNXk1VXFkN1gvKzg1OHRucXVzck95RzE3UEdjRS9ZK3Q0a3NrYXBWQTVWcVZTL3ExUXFNWERnUUxGKy9YcWgxK3ViZk0vYnE3S3lNckZ0MnpZeGNPQkFvVktwaEZLcFRGTXFsV05zL2U5TDFKS2FxOTVEellOMURxTEdhLzVuZnJRaXd4ZSs5a1EzalNYTGNwMHVxTTJ0dUxpWW1ieFdZSmg5TXlFaG9WM2YyOVN4aFlhR3V2cjcrNjhDTUIrQVEyaG9LTE9naldBcDI1bVptY2xzSjNWNHpWWHZvZWJCT2dkUjQ3VnN4TlZPdEhUZ0NZQ0JKeEVacGFlbjZ4TVNFaFlLSVc0SGtKeWVubTRjQjE1V1ZtYnI0clZaNWVYbDJMNTlPMmJNbUlIazVHUUlJZEtGRU9NVEVoS2VZZUJKUkVUVTlqSDRKQ0t5RWJWYWZTSS9QMThKNEgxWmxxdDI3dHlKR1RObTRMZmZmck4xMGRxY2MrZk9ZZGFzV2RpMGFSTmtXYTRDc0RVckt5dWNrd29SRVJHMUh3dytpWWhzaUZuUStqSGJTVVJFMUhFdytDUWlhZ09ZQmEyTDJVNGlJcUtPaGNFbkVWRWJ3U3hvTldZN2lZaUlPaVlHbjBSRWJZdzlaMEdaN1NRaUl1cTRHSHdTRWJWQjlwWUZaYmFUaUlpbzQyUHdTVVRVaHRsREZwVFpUaUlpSXZ2QTRKT0lxSTNycUZsUVpqdUppSWpzQzROUElxSjJvaU5sUVpudEpDSWlzajhNUG9tSTJwSDJuZ1ZsdHBPSWlNaCtNZmdrSW1xSDJtTVdsTmxPSWlJaSs4YmdrNGlvbldvdldWQm1PNG1halJZQVNrcEtiRjBPdTZmVkduKzY5TFlzQjFGN3crQ1RpS2lkYTh0WlVHWTdpWnFQRUNJSkFOTFMwbXhkRkx0My9mcDFBSUFRNHFLTmkwTFVyakQ0SkNMcUFOcGFGcFRaVHFJV3NRTUExcXhaZzVTVUZKU1dsdHE2UEhaSHE5WGl3b1VMV0x0MnJXSFZRVnVXaDZpOWtXeGRnSnVoVXFrRUFKdzZkY3JXUmFFMklpWW1CZ0NRa0pEUXJ1OXRvcHNSR2hycTZ1L3Z2d3JBZkFBT29hR2hpSXVMUTBSRVJLdGMvOXk1YzFpeFlnV1NrNU1Cb0FyQTlzek16SVVNT29sdW1wTlNxZnhha3FTN2JGMFFBZ0Q4VkZaV05qSXBLYW5jMWdVaGFpL2FlK2FUWXgvSWlPTXZpS3JaS2d2S2JDZFJpNnRRcTlVVGhCQ3ZBUGdWZ003V0JiSkRlaUhFV1NIRTZ3dzhpUnF2WFdlSGxFcmx6NUlrRGRxMWF4Y0dEQmhnNitLUWpWMjRjQUVQUHZnZ2hCQm4xV3AxdUszTFE5UVd0RllXbE5sT0ltb29sVW9WVTFWVjVYMzY5T2w0VzVlRmlGcVhnNjBMY0ROQ1FrSWNKRW1hbEpxYWl2RHdjTGk1dWNIWjJkbld4YUpXcHRWcWtaR1JnYlZyMStMcTFhc0E4R0ZtWnVaM05pNFdVWnRRV0ZoWWVmMzY5VytDZzRPUFNwSTB2TEN3TU9DTEw3NUFlWGs1b3FLaTRPam9lRlBuTHk4dng2NWR1L0RLSzY4Z0p5Y0hRb2gwQU5QVmF2VUhHbzJtb2xuZUJCRjFLTUhCd2M5S2tqUXNNelB6UzF1WGhZaGFWN3ZPZklKakg2Z3Vqcjhnc3FLNXM2RE1kaEpSVTZoVXF2TkNDRmUxV3QwZGdMQjFlWWlvOWJUMzRCT29Ea0FYU1pMME1JQmJBTGpadWtEVTZ2UTFVNTBmTEM4dlg4bkFrNmgrU3FWeXFDUkpPd0QwVnlnVWVQenh4L0hVVTAvQnhjV2xRY2VYbDVkajkrN2QyTHg1TTJSWk5tUTduK0xqVTRqb1JsUXFWU1NBMHdBZ3kvS0l4TVRFSDIxY0pDSnFSUjBoK0NSdy9BUVJOVTVUczZETWRoTFJ6VkNwVk1zQXZGbXp1Q2toSVdHdUxjdERSSzJydmM5MlN6V0VFSDlXS0JRemJGME9JbW9mR2pzakxtZXlKYUptOG9qaGhSQmlvaTBMUWtTdGo1blBEb0xqSjRpb3FXNlVCV1cyazRpYWcwcWx1aFhBV2ROMVFvaEJhclg2RnhzVmlZaGFHWVBQRG9Eako0aW9PZFFlQ3pwanhneTR1cnBpeDQ0ZEhOdlpEbmg2ZWthVWxKU2NCU0RidWl4V3VLSzY4WUt6SU51cDZPam94UXFGNHAxYXE5OVBTRWhZYUpNQ0VWR3JZN2ZianVGZXd3dDJ2U1dpcGxLcjFTZnk4L09WQU42WFpibHF6NTQ5MkxadEcyUlpyZ0t3TlNzcks1eUJweGtQcFZKWldkOE9MaTR1ZmQzYzNBWmIyQ1FGQkFRODJWekhBRURmdm4zUEFIQzNkRnpuenAyZjgvTHlHbDVmV1FGQXBWTFYyM1BHemMzdFR3QTZXZGprRWgwZFhWTFBvZjZSa1pFWkhoNGV0OTZvRE0zSXRaNy9qSTN2M2J0M1h3L0E3SmxESGg0ZTBSRVJFZW11cnE0OVc2KzRIWjhrU1kvVVhzZXV0MFQyNWVZZThFWnRCY2RQRUZHelNFOVAxNmVucHk5VUtwWDdKVW5hRHNCRkNQRU1nMDZMSkVtUzZuMWV0ck96YzFDUEhqMTJKU1VsOVlkNXhzK2hSNDhlSCtYbTVtNXJqbU9zOGZEd2lPelNwY3M2Snllbm9QVDA5TWNiZXB3MW5UcDFtdUhwNlRrOE9UbjV6djc5Ky85Z1dDOUprcVJRS0R6NjkrK2ZhRmhYVkZSMDRQcjE2eXNCSURRMGRJT0RnNE4vcjE2OS9sUGYrUXNMQ3c5ZXZueDVIbEFkQ011eVhHcHBQNFZDNFpHUWtPQUdRQThBQXdZTXVHSzZUYWZUcVoyY25Ib1lpdWZpNGhKV1ZsWjIwYkRQcFV1WHBwU1VsUHdXR0JnNFB6QXc4SGtQRDQ5QmhtMTVlWG4vQ0F3TWZON1IwYkZUYUdqb3A0YjFWNjVjZWFXa3BJU1QralZSVEV4TWJ5RkVkTzMxa2lUMWpZbUpHWERxMUtrenRpZ1hFYlV1QnAvdFhNMzRDV05Mc2lSSm9VcWxjaURIVHhEUlRib1BOYjh0RER3QkFKNHFsVXBqS1JpcW5mR3JDWXljQUZScU5Kci9LeXdzL016VjFiV2JYcTlQYThpRm1uSk1iUjRlSHRHQmdZRi85Zkh4R1orVmxiVTZNelB6ZlFCbU0wbUZoNGVmVnlnVXJyV1BOUTNrQUtDcXFxcm83Tm16NFFCdzVjcVZ4WDM3OWowZUZCUzBJRGs1MlRTUWNGV3BWTHBhNndBQXdjSEJTMXhjWEhxcjFXcFAxQVNMRFpXWW1CZ01vRTVHdFhhRzlzeVpNN2Y0K2ZsTkxTMHRWZmZxMVd2ZjVjdVhYOWJwZEQ4RGdJdUx5eTA5ZS9iOGUycHE2bENUUXh5NmR1MjYwdGZYOThHa3BLUmJnNEtDWHNySXlIZ2FnT2pkdS9jL2RUcmRxYk5uejBaMDc5NzluWUtDZ3E5S1NrcU9ONmJjVkpjc3kvZElrdVhSWHJJc1B3TGc1ZFl0RVJIWkFvUFBkazZXNVhzVUN2UGUwelhkV2hoOEVoRTFzOFRFUkUrVFJVK1ZTcVd4dEE0d0QrTDgvZjJuQThDRkN4ZnUxV3ExYXNONnBWSnBETVl5TXpQZkNRZ0ltTlhZWTY1ZnYvNnF5ZlhkKy9Ycjk2MkxpMHRvZG5iMnB2VDA5SGtBOGkyOUYyZG41MjVxdGRvcytGU3BWT0xNbVRQZFRGYTVSa1ZGWlpvc1Y2YW1wazRCVUFnQWhreW5WQk5WbUdZK3k4cktVdkx6OHcvNCsvcy9ldVhLbFNVREJndzRiNmtjQmhjdlhweFFXbHJhMU94WG1aK2YzME5oWVdHN1UxTlR4eG9DejRpSWlIUkprbHdjSEJ3OEl5SWkwZ0ZBQ0ZHV2xKVFVUNnZWL243MTZ0V0IvZnYzLzhiQndhRlQvLzc5VDlTOEZ6ZFpsZ1A2OSsvL0l3Qm5GeGVYMjg2ZlA4L2c4eVpKa2xUZnNLQkpZUEJKWkJjWWZMWno5WXlmNE9COUlpSWJxZ25pbkZEZGRkYkh6YzNOVzZmVFhUYmRwM2J3VnhOSU51cVlXclFaR1JrdjZIUzZVMmptaVgyQ2dvSmVDUWdJZUx5cXFxcjA4dVhMYzdwMzc3NnJ2djFkWEZ6NkZSVVZmVk5VVkJRZkVCQndmMUZSMGJHTWpJd252THk4Um5UcTFPbTU5UFQwNXdBVUEwQjRlSGh5UlVWRm5mR3pVVkZSVitxYzJETDU0c1dMajl4MjIyMC9DU0Z5RENzVkNvWG5yNy8rR2dEQUIwQVJBRVJHUnVZQ1FFRkJ3UjRBY0hKeTZsWXI0RFpUT3hOTWpSY2VIdDREZ0tWeHpBQUFTWkxDbzZLaStwNCtmVHExRll0RlJEYkE0TE1kNC9nSklxTFdOV0RBQUdNVzBKRHRzN1FPQUlLQ2dsNEE0SjZWbGJYSzM5OS9uSitmMzJNWExseVlWTi81bTNLTWFSZFVROWExUHVmT25idGRvOUg4QUZSbkJtdHZyN1hPK0g2eXNySTJaR1ZsN1l5T2pqNWZXbHFhYUttTHJUWHU3dTdLc3JLeVJBRFFhRFEvZUhoNDNCa2NITHd3TXpNekRnQWtTWEozY0hBdzdkS3NBSURUcDArSEFORFZQbC90YnJlR0FOSEp5YWxMcjE2OXZuWjBkQXhLVGs0ZVlkZ2VGUlYxNmZUcDA3Nld5dWJvNkJqWXIxKy83eHI2WHFqeFhGeGNKdHhvSDRWQzhRaUE1YTFRSENLeUlRYWY3UmpIVHhBUnRhNHpaODRFbXl4NnFsUXFqYVYxQUZCY1hQeFQxNjVkVjJabFphMXlkM2NmcE5Gb2JqaFpUVk9PU1VoSWtJRHFnQ3doSWNFTFFFbm56cDJmOC9iMm5uTCsvUGx4OVIzNzIyKy9oWm91cTFRcVVXdWRhYmRiVGMxL1JyZmRkdHZ2cUg1OGlobEpraHlUa3BMNkJ3Y0h2MVl6ZVkrdkxNdjZ6cDA3bS8xZENnd01mQTRBbkp5Y0FtKzU1WlpmaEJCeXplZnBJb1NvUWdQSGlCb3lsOUhSMFNWbnpwenBIUmtaZVZXbjAvMW1zZ3VmZjIxRENRa0pXd0JzTVN3YkdnOE05eTRSMlE4R24rMFl4MDhRRWJWZE9wM3VGM2QzOTBnQVRoNGVIc1B6OC9QbktwVktmV1ZsWlM0QVZGUlVYRFZrN0J3ZEhRUFVhclZyVTQ2eGRPM3M3T3p0Z1lHQmZ3a0lDSGl5TWJQak5wYUxpOHN0YXJXNlRsM0NFRnhrWm1hK25wbVorWHBVVkZUUjZkT24rd0hJOHZiMnZzZlIwVEVvUHo5L2gySC82T2pva2w5Ly9iVTdhaVpGY25OekM1QWt5U0V5TWpLbjlybHZ4Tm5adVhkdWJ1NUhBSXlaVkZtV3k2enRYMWxabVpPU2tuS0h0ZTNzZGt0RTFId1lmTFpUSEQ5QlJOVDZMRDNMMHNyekxSMEFsT24xK3JNK1BqNTNPanM3OTlScXRZbkFIMWs2VXlhVENGVTI0UmhMeXRQUzBtYmNjc3N0eDJWWkxzN1B6OTl2YWFmR2RMdTFSSklrQjlOSmhxem9YUE5JbWl3QXFLcXF1aG9XRnJhM3FxcXFxS2lvNkZETmVWeGdNaHV2czdOemY0MUc4OTI1YytmdXRIVEMrcDVIV2w1ZWZ2YmF0V3V2R0piZDNkMjdsSldWV2YxYjZPam9HTmkzYjk4ZnJHMG5JcUxtdytDem5lTDRDU0tpMXRlQTJXNEJBRDE3OXR5bTBXaStTVTFObmU3cjZ6dE1wOVA5NXUzdFBiRW15S3BYVTQ2cHhUY29LT2packt5czdlZlBuNyt2VDU4K0J6MDhQRVpldm53NUZqV3oxQm8wc3R1dGtZZUhSNVNqbzJOUVF3cmo1dWJXdTd5OFBOMndYRnBhbW5qcDBxWEhBR2hyVnJrSUljcE5qL0gyOXA1Y1dscjZmVVBPWDUvTGx5L1A4L0R3bU9ybTVoYmg2ZWs1cXFTazVIdkRjMFFOVWxKU2h2VHAwK2Zmdi83NmE1MzNFeFVWVldndEFDWWlvc1pqOE5sT2Nmd0VFVkdyS3FsNWRxZXBjZ0F5Z0FBQXVTYnJ2YjI4dk1ZNk9UbDE3OXk1OHhJbko2Y1F2VjZmNnVQak0rWUcxL0FORFExZDUrcnFHdDZJWXd4Y0FhQkhqeDdyL2Z6OHBtazBtbU1BUGl3dExUMlduSnc4dUdmUG50dWpvcUl1NWVYbDdjck56VjJuMStzdi92Nzc3LzBhY042eTFOVFVTSk5sWjRWQzRkYW5UNS8vWldSa3pCSkNWRm1hZU1nME0rbmc0T0RpNE9EZ1cwLzNWVWRKa2x3R0RCaHdKVE16YzQxR28vbkMzOTkvWmtwS2lyTDJmZ0FxWFZ4Y2JoRkNWS0lCcy9scXRkcVRZV0ZobjF5NGNHRmFhR2pvenF0WHI3NW1tT1hXOURFeENvWEMwMUlHMThIQndhdEhqeDQ3QVNBM04zZERTM1poSmlLeUJ3dytpWWlJR3FiMm8wREtjM0p5MWtWRlJWMm82Vlpxb0NndUx2NDZQejkvajE2dlQ5VHI5V21HRFFFQkFjL1ZFNFFWRlJZV0h0SHI5U3NhY1F3QXdOM2QvVlloUkFXQXNwU1VGS1Zlcjc5bzJGWldWcGFTbXBvNnd0ZlhkN0tmbjk4amVyMitFQUQwZXYybEJyeG5vZFBwTWd3TFBqNCtvNFFRNHVyVnEvTUxDZ28rQ1EwTjNXT3lyd3NBMmNYRnBZZHBKck9rcE9RN0M5MkczVkg5U0JsTlFFREEwLzcrL2pOU1UxTkhBa0N2WHIyTzVPWGxmV1Q2R1FCQTkrN2QzdzhJQ0hnR2dKU2JtN3NWNWhNZGVkV2MweGowK3ZyNlR1bmF0ZXVhdExTMGg3UmFiY0xGaXhkSDlPalI0M05IUjBmL25KeWNEMnFDNXBBZVBYb3NMeWdvT0d5WWVkZFVWRlJVWVdObTlTVWlJcklMS3BWSzFEY0dob2lvTVpSSzVWcityalEvYStNMDZ4dS8yZEJqM056Y3V0NWM2WUNRa0pBM2I3Q0x1NCtQejkwbVpUQUc1TDYrdnRNR0RCaHdPU0lpNG1LWExsMVcxWGNTTnplM3dWRlJVY1hSMGRIYThQRHdWRTlQejFFbW16c0RjTFp3bUFLQW02VnRBd1lNdUJvVkZWWFF2WHYzOXdDZ2MrZk96OTEyMjIyL2UzcDZSdFRhMWJOUG56NWYxMXpEc1dmUG5yc0RBd1BuMTV5N2psNjllaDJzNzMxUTAvQzNoWWlvbmVNUE9SRTFKd2FmTGFaVEk5YzM5Umg3cDBCTlYyUUxPRHpGeHZqYlFtUy9MTGIwRVJFUlVZdklhK1Q2cGg1ajcyUllmMFlvZ3g0aUlodGg4RWxFUkVSRVJFUXRqc0VuRVJFUkVSRVJ0VGdHbjBSRVJFUkVSTlRpR0h3U0VSRVJFUkZSaTJQd1NVUkVSRVJFUkMyT3dXY0hFQmtaR1FIZ055RkVVWFIwOUNCYmw0ZUlpSWpJa3BvNnkyVWhoSloxRmlMN3crQ3pIUXNQRDNlT2pvNWU2dWpvcUFZUUlVbVNqMEtoT0tGU3FWYUdob1phZTc0WkVSRVJVYXVxVldmcExrbVNPK3NzUlBhSHdXYzdGUmtaR2VIaTRuSkNvVkNzbENUSjhaNTc3c0hVcVZPaFVDZ2NBQ3oxOS9kUFlJc2lFUkVSMlJyckxFUms0R0RyQWxEamhJZUhPM2Z0Mm5XSmc0UERKd0M2aG9TRTRPMjMzOGFqano2S2tTTkhZdkRnd1VoTVRFUlJVVkdnSkVtelEwSkNYRnhjWFA1YldGaFlhZXV5RTFIN0VSSVNjcmNrU2NNQTRQcjE2M0cyTGc4UnRUK3NzeEJSYlF3KzI1SEl5TWdJWjJmbnJ5UkptaWxKa21McTFLbjQyOS8raHJDd01PTSt3Y0hCbURKbENyUmFMYzZlUGFzUVF0enU1dVoyWDFCUTBNK1ptWm5YYkZoOEltcEhHSHdTMGMxZ25ZV0lMSkZzWFFDNnNmRHdjR2NuSjZmRkNvVWlEb0JqU0VnSVltTmpNV1RJa0hxUE8zMzZOT0xpNG5EcDBpVUFxQUt3T2o4Ly80MzA5SFI5S3hTYnFqbXFWS3BIaFJCUEFvaVNKTW5EMWdXeU0xb2hSQktBSFdxMWVqdUFDbHNYcUwxUUtwVnJKVWxhQkFBSkNRbjhXOUUwL1A3YkZyLy9Oc0E2Q3hIVmh4V0tOaTR5TWpMQzBkSHhZd0FxU1pJd1pjb1VMRnEwQ0c1dWJnMDZ2cXlzRE92WHI4ZW5uMzRLV1pZQjRIZFpsaDlQVEV3ODJaTGxKZ0RWRmMvOUFLYmF1aUFFQ0NHK1ZhdlZFOEFLYUlNdytMeHAvUDYzSWZ6K3R3N1dXWWpvUmxpaGFLT2EybkpvRFZzVVc1OUtwWm9GWUVkWVdCaVdMVnVHUG4zNndNdkx5OWJGc2lzbEpTVklTMHZEbWpWcmNQYnNXUWdoWGxHcjFXL2J1bHp0QVlQUG04UHZ2KzN4Kzk5NldHY2hvb2JpYkxkdFVPMVo0YVpPbllvREJ3NDArVWNjQUtLaW9yQnYzejQ4L1BERG5GMnVsZFIwdGNPeVpjdWdWQ3BaOGJRQlQwOVBEQmd3QUxHeHNRQUFTWklldG5HUnlFN3crMjk3L1A2M0R0WlppS2d4R0h5MkliV2VnYVVLQ1FuQmhnMGJFQnNiMitBdUsvVnhjWEhCNHNXTHNXM2JOdlRzMlJNQWJ1VXp0bHBVRkFEMDZkUEgxdVd3ZTkyNmRUTzh2TVdXNVNDN3d1OS9HOEh2Zjh0Z25ZV0ltb0xCWnh2UkVpMkgxckJGc1hVWUpoZGh4c1AyUER5TTg3emNmSTJJcUFINC9XODcrUDF2ZnF5ekVGRlRNZmkwc1padU9iU0dMWXBFUkVUVUdLeXpFTkhOWXZCcFE2M1pjbWdOV3hTSmlJam9SbGhuSWFMbXdPRFRCbXpWY21nTld4U0ppSWpJRXRaWmlLZzVNZmhzWlcyaDVkQWF0aWdTRVJHUkFlc3NSTlRjR0h5MmtyYldjbWdOV3hTSmlJanNHK3NzUk5SU0dIeTJncmJjY21nTld4U0ppSWpzRCtzc1JOU1NHSHkyb1BiU2NtZ05XeFNKaUlqc0Erc3NSTlFhR0h5MmtQYlljbWdOV3hTSmlJZzZMdFpaaUtpMU1QaHNadTI5NWRBYXRpZ1NFUkYxTEt5ekVGRnJZL0RaakRwU3k2RTFiRkVrSWlKcS8xaG5JU0piWVBEWkREcHF5NkUxYkZFa0lpSnFuMWhuWVoyRnlKWVlmTjRrZTJnNXRJWXRpa1JFUk8wSDZ5eXNzeERaR29QUEpySzNsa05yMktKSVJFVFV0ckhPVW8xMUZpTGJZL0RaQlBiY2NtZ05XeFNKaUlqYUh0Wlo2bUtkaGNoMkdIdzJBbHNPNjhjV1JTSWlvcmFCZFpiNnNjNUNaQnNNUGh1SUxZY054eFpGSWlJaTIyR2RwZUZZWnlGcVhRdytiNEF0aDAzREZrVWlJcUxXeFRwTDA3RE9RdFI2R0h6V2d5MkhONDh0aWtSRVJDMlBkWmFieHpvTFVjdGo4R2tCV3c2YkYxc1VpWWlJV2dickxNMkxkUmFpbHNYZ3N4YTJITFljdGlnU0VSRTFIOVpaV2c3ckxFUXRnOEZuRGJZY3RnNjJLQklSRWQwYzFsbGFCK3NzUk0yUHdTZlljbWdMYkZFa0lpSnFQTlpaV2gvckxFVE54NjZEVDdZYzJoWmJGSW1JaUJxR2RSYmJZcDJGcUhuWWJmRFozbHNPTDF5NFlIeGRYbDV1OFhWN3dSWkYreVNFc0hVUmlJamFCZFpaMmc3V1dZaHVqdDBGbjIyOTVUQTdPeHRmZi8zMURmZDc2S0dIaksrSER4OXVmRDEwNkZDTCs2ZWxwZFZacDlWcThjWWJiMENuMHpXaHBNMkxMWXJOcDd5ODNPcC9wZ0hmbWpWclVGVlZaWFpzU2tvS0prMmFoT3ZYcjljNWIxNWVIaElTRXBwVXBtblRwcGt0eTdLTSsrKy9Id1VGQlUwNkh4RloxbExmZjB0aVltTHEzWjZVbElTaW9pS0xaUnd4WWtTRHJtSHZXR2Y1QStzc1JCMkRvNjBMMEpvaUl5TWpIQjBkUHdhZ2tpUUpVNlpNd2FKRmk5ckVEN2lCRUFKcjE2NUZaR1FrdW5idDJtem5YYmR1SFZ4ZFhmSDY2Ni9EMmRrWkFPRHU3bzY4dkR6czNic1hjK2JNYWJacjNReERpK0w2OWV2eDZhZWZPc2l5dk5UZjMzK3FyNi92NDRtSmlTZHY1dHdSRVJIZG5aMmRKeVlrSkd4cHJ2TGEyb1FKRTR5dmRUb2QrdlhyaDh6TVRBRFY5OUsxYTlmTTdxUDMzbnNQdlh2M3hpZWZmSUlEQnc0Z0tTbko3RndIRGh4QVVWRVJYbjc1WmVQNitmUG5ZK0RBZ2NqT3pzYVNKVXV3Yk5reTNISEhIUmcwYUJDNmRPa0NvRHFZVkNqK2FNdlNhRFRHYlFCdy9mcDF6Snc1RXdBd2MrWk11THE2UXBabCtQbjVOZk1uMHJ3NjRqMURqYU5VS3U4Q1VLbFdxMzhFVUducjhwaHF6ZTkvVTN6OTlkYzRmZm8wdG16Wll2WTNSZ2dCblU2SGh4OSsyTGh1ekpneGJlYnYwTTFvenZ1RmRSYjdyck1RZFZTU3JRdlFHc0xEdzUyZG5Kd1dLeFNLT0FDT0lTRWhpSTJOYlJQZFZXSmlZdUR2NzkrZ2ZRc0xDM0h5WlBWdjJhQkJneXkram9tSndhbFRwd0JVQndCZVhsNEFnTXJLU3NUR3htTFFvRUhZdkhrekFLQ2lvZ0pPVGs1MXJqTnk1RWk4K3Vxck4vZkdtc0hwMDZjUkZ4ZUhTNWN1QVVBVmdOWDUrZmx2cEtlbjZ4dDZqcGlZbU42eUxOOGpTZElNQUlNQklDRWhvVlh1ZTVWS0pRQVkvejFhUWxsWkdlTGo0OUd2WHo4c1hib1VzYkd4Q0E4UEJ3QmtaR1RndGRkZXc2NWR1NHo3eTdLTUR6LzhFRWVQSHNXNmRldnc5Ny8vSGJHeHNaQWtDUXNXTElDM3R6ZGVmLzExdlAvKys3ajk5dHN4YUpCNUw2TEV4RVRzMjdjUHExZXZ4dWpSbzNIOCtIRUF3Tml4WTNIMDZGSGpmcWJiZ09yTTUrSERoNDFsbURGakJ2THk4dURuNTRleXNqTGs1K2ZqbFZkZXdjU0pFMXZxb3pKbWFXNzA3Mi9MZTZZdFVTcVZheVZKV2dUWTUvczNNSHdPUW9oOEFKOENPS3pSYVA3di9QbnpaZlVkMTlHKy81TW5UNjdUUlRJN094dWRPM2MyVytmcDZZa0RCdzRBQUtxcXF2RE1NODlnMkxCaG1EMTd0bkdmOHZKeURCMDZ0RVUvbTlvYSt2Mi9XVTI5WDB5eHptSy9kUllpZTlEaEt4UnR2ZVhROUVmWXdQVEh1UGEraGgvbW9xSWkrUGo0NE5peFl4ZzhlSENkSC9Mang0L2pyYmZld3Y3OSsrSG41NGZTMGxLNHU3c2JzMU5GUlVWNDhza25zWHIxYXZUcTFRdENDUHo4ODg4WVBIaHdDNy9qeGlrckt6TzBLRUtXWlFENFhaYmxlbHNVVlNyVnJiSXNUNUlrYVlZa1NkRzF0M2VrNEZPV1pTeGF0QWcvL1BBRE5tM2FaS3dzVHBvMENlWGw1ZERwZFBEeDhRRUFPRHM3NC9EaHcvalh2LzZGa1NOSFl1N2N1Y2I3Q0tqK3JKMmRuU0ZKRWlvcUt1RHY3NDhOR3paWXZmYm8wYU94ZVBGaTdOcTFDK25wNlFnTkRRVUE3TisvM3hoOERoOCtIUDM2OVVOeWNqTDY5KytQbEpRVVBQSEVFOWkrZlR0aVltS3djZU5HN04yN0Y3bTV1Vml3WUVHTGZVNUEvWlhQdG5MUHRDVU1QcXVaZmc0bWlvVVFCNFVRaDdLenM3KzdkdTJhdHZaeEhlMzdQM1RvVUp3NGNjTHMrclgvVnBXWGwyUHMyTEg0L3Z2dmpldUtpNHZoNmVrSmhVSmh6SFFLSVhEdTNEbjA3ZHZYdUYvUG5qM3g5dHR2Ti9NblpGNVdvUFdDejFxcmIzaS9HTERPWW45MUZpSjcwMkc3M2JibGxrTlR5NWN2eHdNUFBJQ1NraEt6OWFiZHFZRHExdVRseTVkajBxUkpBS3AvMUEyWkpWbVdNV3JVS09PK1c3WnN3WkVqUi9EZWUrL0IzOThmYXJVYXk1WXRRMnhzTElZTkd5ckQ1V0lBQUJGSlNVUkJWSWI4L0h6TW56OGZjK2JNUWE5ZXZZem4rTWMvL29IMDlIUk1uejY5SmQ5eW94akdWWXdkTzliUW9tZ1lWMkhXb3FoU3FTSUIzQXZnRVZTUHZiQnB1VnVMUXFIQXlwVXI4ZGhqajVsMVlkVnF0VGgrL0RoS1Nrcmc2ZWtKb0RwWUJHRE1MdDVvckk3cFBmanZmLzhiNjlhdGc3ZTNOejc5OUZQaitva1RKMkxpeElrWU8zWXM5dS9mWCtjY1FnaFVWVldaL1gvTW1ERVlNMllNbGl4WmdnOCsrQUJIamh6QmpoMDdidTZEYUFKN3ZXZW9XWGhMa2pSYmtxVFp3Y0hCcGNIQndaL0pzbnhRcDlOOW01S1NvbW10UXJUVzk3OHBkdTdjaVMrLy9CSnVibTU0N2JYWHNHTEZpbnIzdjNUcFVwM3UreDNJRGU4WDFsbnNxODVDWk04NmJHdTJVcW1NbHlUcERnQ1lPblZxbTJvNXJHM1VxRkZtTGNXV1doRnI3ek5vMENBY1BIZ1FQWHYyck5PRlpjaVFJWGpqalRmTXVzYjg5Tk5QV0xseUpmYnMyWVBaczJmajJyVnJDQTRPUmxsWkdTb3JLK0hnNEFDRlFvSFMwbEpzM3J3Wi9mcjFhK0YzM1hpR0ZzVjkrL1laVnYwdWhEZ2dTZElqQUhyYnNHaDFDQ0VXU1pMMEx0Q3ltUS9ESC95Y25Cd0VCZ1lpTHk4UE8zYnN3SUlGQzNEOCtIR3orNloyVjlnaFE0WWdNakxTNnJrdlg3NWNwM0pxZW83Um8wY2pJQ0FBQU13eW4rKzg4dzVtelpxRjQ4ZVBZOGFNR2Fpc3JFUmVYaDQrKyt3enZQWFdXMWkxYWhVQTRKZGZmc0V6enp5RENSTW00TTAzMzJ5ZUQ2UWVoc3lIRU9MMXRualBVSWVnRjBKOEpZVFlyMUFvOWdNZDUvcy9kT2hRZE9yVXlXeWY2OWV2SXlRa3hMZ3NoRUJKU1FtKy8vNTdhTFZhNkhRNlRKNDhHVC84OEVPenZOK2JjYVBKa1d6RTlINVpBR0FFd0RvTDBHSHJMS2NTRWhLYU5vQ2FxQVBwc0psUEFKNkdGNzYrdmgyaU5iV3lzaEluVDU2RVdxMkdMTXRZdVhJbHRtN2RXbWUvRFJzMlFKTE0yeFVHRHg2TXc0Y1B3OUhSRWErOTlocDhmSHpnNWVVRmQzZDN1THIrTVRIYmtTTkhjUDc4K1RiNVF5NUprbG5ydmhEQ0hVQVhJWVJyN2Zkckx3eVZ3eEVqUnVEenp6L0grUEhqMGJ2M0h6RlZTMzh1bHJLZFFIVWxkTXVXTGRCb05GaXdZQUUyYk5pQVE0Y09JVGc0R0tkUG44YXhZOGZ3ODg4L1k4R0NCVWhOVGNXOGVmUHcvUFBQNDdiYmJtdlI4dGJNOW1uWDkweGpDQ0ZrQUFwK1ZnMGpoRkJJa3VRUElMZzFydGZhMy8rdnZ2cktiRGttSnNac25hSGJMVkE5T1l5N3U3dlovdmZkZHg4Y0hCenFuTGV5c3RJNEp0eWVtTjR2UWdoUHc3OFg2eXdkczg0Q29HMjJKaEMxc2c0YmZCWVVGTnp1NysrL0NzRDhuVHQzT3NUSHh5TXVMZzRSRVJHMkxwcEZocTRwMXBhQjZxNVVXN2R1eFovKzlDY29GQXFMUCtLQTlRckhqei8raUtGRGh5SWlJZ0xqeG8zRDBhTkh6U2FLR1RGaVJKdG9vYmJrM0xseldMRmlCWktUazRIcWdmemJzN0t5RnRhTW5aR2lvNk9IS1JTS0dVS0lpWklraGRaM3JsWWM4L2x1YTF6SDRNcVZLNWc2ZGFwWmE3bWx5UmtNL1B6OHJONURRUDNkN21SWk5sWWlUU3VVdnI2KzJMcDFLeVJKZ3JlM04vYnYzdzgzTnpkMDZkTEZPQkdLVnF0RlptWW01czZkYTZ4RTZIUTZ1TGk0TlB6Tk5wRWtTVWhJU0hnS2JmU2VvYmJIeWhnK1V6b0Ezd1A0ckxLeWN2K1pNMmNLQUVDbFVuM1FLZ1dzMFpyZi82Ykt5TWlvTTE0UWFOMnNwSTNHZkpxeWVMK0Vob1oreERxTHVZNVdaOG5NekZ4bzQySVJ0UWtkTnZoTVQwL1hwNmVuTDFRcWxmc2xTZHFSbnA3ZWY5YXNXWGo4OGNmeDFGTlB0VXBGdHpGTVc0OXJ0eVlEMVYxWXZMMjlzWFBuVGdCbzBCaTU3Nzc3RGlFaEllalhyeDlLUzB2eDhzc3Y0OXR2djRWZXJ6ZTJxcmFGNTJYVnA3eThITHQzNzhibXpac2h5ektFRU9rQW5sS3IxY2RNZGhPSmlZay9BdmdSQUpSSzVVQkpraDZwQ1NyNldqcHZSOVNyVnkvTW56L2Z1SnlUazJONC9waEZCUVVGWmpOUTNvZ3N5NUJsR1R0MjdJQ2JtNXR4SW9teXNqTGovV3BhWVgzNDRZZng0SU1QR3JzRUdxU2xwU0VzTEF6YnQyODNyaHMyYkJqKzhwZS9OTGdzellEM0REV1pFS0pVa3FUanNpd2ZxcWlvT0pTVWxGUnk0Nk5hVmt0Ly93SExBWWJwT3RQbmlGb2l5N0xaNDFYc1JVUHVGOVpaN0tyT1FtVFhPbXp3YWFCV3EwK0Vob1lxL2YzOVY4bXkzR1piRkd1M01qZTIxVm1XNVRyZGxuNzQ0UWRFUjBlalg3OStPSDM2TkNJakkrSHU3bzVUcDA3Vld5blp0V3NYSms2Y1dHY0svZFoyZzJ5blZXcTEraGNBdndCWUdCTVRNMENXNVVjQVRKSWtLYnpsUzkwMkxGbXlCUEh4OGJodzRRSk9uVHFGbUpnWUxGbXl4R3lmanovK0dQUG16VE43UklyQnFGR2o2clJTcTlWcWFEUWFIRDkrSEZPbVRFRllXQmlBNmtydWd3OCthTEVjaHBsdlRidm4xbjU4Q3dDYlA3T045d3cxUURHQVkwS0lBems1T1o5ZnVYS2x6ZGFDVytMN0R6U3UyNjJwMU5SVTVPZm5OL1h0dEZkTnVsOVlaN0cvT2d1UnZlbnd3U2ZROWxzVWx5OWZicHlKRUtqK2cxNTdvaGZUaVNKa1dUWjJVOUZxdFJCQ1lPYk1tY2FKSDRxTGkrSHU3bzZ6Wjg5aTh1VEpBS29INzQ4WU1RSkNDT3pkdTlmaTh4UnJXdWtRSHgrUGNlUEdOZnY3YktqbWJEazhkZXJVR1FBdkEzZzVLaXFxcjBLaGVLUzV5OXNXaFllSDQ1VlhYc0hhdFdzUkZ4ZUhaNTk5MXZodmJ2cTRBNjFXYXpFVG9kVnFqYk5UVHA4K0hWT21URUdmUG4xdzMzMzNZZkhpeFlpTGk4T3dZY01BQUlHQmdWYkhmbHJpNWVYVnFQMWJtNzNlTTJUVkNWbVdwMVpVVlB3cktTbXAvTWE3MjE1TGZQOGJNaWJUeWNuSmJEYnNpb29LbEpXVjRmSEhIOGVLRlN1Z1VDaE1KMTh4YXFPVEFUWFZUZDh2ckxQWWI1MkZpRHFnME5CUVY1Vks5VGVWU2xXcFVxbkV0R25UeEprelowUmJvbEtwckc1YnVuU3B1UC8rKzhXamp6NHFoQkRpcTYrK0VtUEdqQkh4OGZGQ0NDSGVlT01OTVdUSUVQR25QLzFKUFBYVVU2S3lzbElJSWNUa3laTkZZbUtpZU9HRkY4VHExYXVGTE10Q0NDR0dEeDl1UFBkenp6MG5SbzhlTFI1OTlGSGo5dGFXbXBvcVpzeVlJVlFxbGFqNU45clNwVXNYOXh2L3k3WTlOZStoUlQrdjB0SlNrWmVYSjBhTUdHRmNGeDhmTDZaTW1TSisvLzEzSVlRUTJkblpZdWJNbVdMZnZuM0dmWEp5Y3NUS2xTdkZsaTFiTEo1MzVNaVJWcS81di8vOVQ5eDk5OTJpdExUVWJIMUZSWVVRUW9pQ2dnSXhkdXhZOGNBREQ0Z0hIbmhBREJ3NDBQamEwckxodjYrLy9yckpuME5ER1A0OWJIMWZrSDNvcU45L1V6ZDZmLy83My8vRXdJRUR4WkVqUjRRUVFnd2NPTkM0cmF5c1RGUlVWSWpMbHkrTHdZTUhOK2g2TjZPOWZ2OVpaMkdkaFlnNkNLVlNPVlNsVXYydVVxbkV3SUVEeGZyMTY0VmVyN2ZKajFkdFR6MzFsTlZ0VjY1Y0VlZk9uUk5sWldYR2RScU5wdDd6bFplWGkxOSsrVVVJSVVSNmVyclp0ci8rOWE4M1VkTG1VMVpXSnJadDJ5WUdEaHdvVkNxVlVDcVZhVXFsY295dDc1T2IwUnFWejNIanhvbFJvMGFKZDk5OVZ3Z2h4SUVEQjhTMGFkUEUrZlBuemZZckxTMFY4K2JORTNsNWVhS3lzbExFeHNhS2ZmdjJpYXFxS292bmZlbWxsNnhlYys3Y3VlSy8vLzF2bmZXUFBQS0l1UDMyMjhYSWtTUEZ1blhyYnVKZHRZejJXdm1rOXFtamZ2OU5iZHk0c2Q3dE9wMU9uRGh4d3Joc0dueCsrKzIzWXNLRUNlTGVlKzhWSDN6d1FZT3VkelBhKy9lZmRaWnFyTE1RdFg5MlBZTmphR2lvNi85djcvNTk0OHJLTUFCL1o4TGFNVUpicElpY0FtUUphY1ZxQkdIR29CVUlhSkFRUHhiK0FHOFJHU21DaHNMS0gwR1RnaUxLUm9na1JRcEtDaVJTUmRBZ1JHTTdJaEVoUmhzcklzcTRTUlZac1JYUG9RZ0cxblppeDc3M25wbTV6MU01SGlmNkNwL00rNzF6Wis3dXA4dEZ4S201dWJtUmUxOUZHN3p1VStIRy9YMFN1MEduenZ2ODdUVWNEdVBseTVjeE5UVzE3N0djY3lXM1hoalhHOEh2WHRybmsydHB3cVNlLzNFMUNlZGZaaGtOazVwWm9DbmpseUFydEw2Ky9tSjVlWGtwNS96dGlIaXd2cjRlaTR1TGNlWEtsZGphMmlvOTNzVGIzdDZPNjlldng4TENRang0OENCeXp1czU1Kzh2THkvL3pIL2l4OVBwZEE0TW5oSFYzZk52SEJkUGFJTW16ai9seUN4bHlTeFFEU2t5WG4yNjNMTm56M29SOGF2aGNMaHo4K2JOV0ZoWWlIdjM3cFVlYldLdHJhM0Y0dUppWEwxNk5ZYkQ0VTVFL0hwalk2UHJEZm9BOEhveVMvTmtGcWlPNWZNL05Jck4wQndDd01uSUxNMlFXYUI2bHM4OU5JcjEwUndDUUhWa2x2cklMRkFQeStjQk5JclYwaHdDUUQxa2xtckpMRkF2eStjYmFCUlBUbk1JQVBXVFdVNU9ab0g2V1Q0UG9WRThIczBoQURSTFpqa2VtUVdhWS9rOElvM2kwV2tPQWFBY21lWG9aQlpvbHVYekxXZ1UzMHh6Q0FDalFXWjVNNWtGeXJCOEhvTkdjVC9OSVFDTUhwbGxQNWtGeXJGOEhwTkc4UlhOSVFDTU5wbmxGWmtGeXJOOG5sQ2JHMFhOSVFDTUQ1bEZab0hTTEo4VmFGdWpxRGtFZ1BFa3M4Z3NVSkxsczBKdGFCUTFod0F3L21RV29BVExaOFVtdFZIVUhBTEFaSkZaZ0taWlBtc3lTWTJpNWhBQUpwZk1BalRGOGxtamNXOFVOWWNBMEE0eUM5QUV5MmNEeHJGUjFCd0NRUHZJTEVDZExKOE5HWmRHVVhNSUFPMG1zd0Ixc1h3MmJKUWJSYzBoQUxCTFpnR3FadmtzWU5RYVJjMGhBSEFRbVFXb2t1V3pvRkZvRkRXSEFNQmhaQmFnQ3BiUHdrbzFpcHBEQU9CdHlDekFTVmsrUjBTVGphTG1zREdiRVJIUG56OHZQVWZyYlc3K041dThLRGtIcmVMOGp3am52M295QzNCY2xzOFJVbmVqcURsc1ZzNzVma1RFbzBlUFNvL1NlaytmUG8ySWlKenpKNFZIb1NXYy85SGgvTmREWmdHTzQxVHBBZGh2TUJqOGEzcDYrdnJNek16bmNzNWZYMTFkN2R5NWN5ZTYzVzZjUFh2MldQL20ydHBhTEMwdHhlM2J0eVBudkJNUnY5blkyUGpKMnRyYVA2cWRubDNuenAwN2xWTDY4T0hEaDlIdGRtTm1aaWFtcHFaS2o5VXFtNXViOGZqeDQ3aDgrWEk4ZWZJa0l1TGp3V0R3cDhKajBRTE9mM25PZnpOa0Z1QnRwTklEOEdhOVh1OGJLYVViRWZHbFRxY1RGeTVjaUlzWEw4YjA5UFNSL3Y3MjluYmN1blVycmwyN0ZzUGhNSExPNnhGeDBlVXFqWGluMSt2ZFRpbDl0L1FnUkVURVg3ZTJ0cjV6Ly83OTdkS0QwQXJPLzJoeC9oc2dzd0NIOGNybmlEdEpvNmc1TEc0NEdBeCtPenM3dTVsU09oc1I3MGJFTzZXSGFwa1hPZWVIRWZIeDl2YjJUd1ZQR3VUOGwrZjhOMHhtQVE3amxjOHhjdFJHVVhOSWxmcjkvdnpPenM2N2QrL2UvV1BwV1lCbU9mOGNsOHdDSE1Rcm4yUGtLSTJpNXBDcXpjN08vanlsOU0zQllQRDcwck1BelhMK09TNlpCVGlJVno3SDFONUdjV0ZoSVU2ZlBoMDNidHpRSEZLcGZyLy96NXp6NlpXVmxjOUhSQzQ5RDlBYzU1OHF5Q3pBTHN2bkdKdWJtenQ5NXN5WlgwYkVMK0ovcjJMdlJNVDF3V0N3NUtQSU9hbCt2LytWaUxnYkVURWNEcisxdXJyNjU4SWpBUTF4L3FtU3pBSkV1TS9uV050emo2Mi9SOFFuN29GRnhYNjgrMFduMDFrb09RalFPT2VmeXNnc1FJVGxjeUtzckt6OEplZjhoNXp6NzF5eVFzVSsydjBpNS96RGtvTUFqWFArcVp6TUF1MW0rWndRS2FWTEthVkxwZWRnY3ZUNy9mY2o0djNkUDZlVTVucTkzdGNLamdRMHhQbW5UaklMdEpmbEV6alFjRGo4MGQ3dnBaUStPdWhuZ2NuaS9BTlFCOHNuY0tDRGdxWkw3NkFkbkg4QTZtRDVCUGFabjUvL1lrcnBxM3UvbjFKNmIzNSsvc3NsWmdLYTRmd0RVQmZMSjdEUFFaZmMvZDlqTHIyRENlYjhBMUFYeXlld1QwcnBUYmRWK0xDeFFZREdPZjhBMU1YeUNYeEt0OXY5UWtSODhMckhVMHJkOCtmUHY5ZmdTRUJEbkg4QTZtVDVCRDVsZW5yNkI0ZjlUS2ZUY2VrZFRDRG5Id0E0VkwvZnovMStQNWVlZzhuamR3dmF5L21uRG42dm9MMjg4Z2tBQUVEdExKOEFBQURVenZJSkFBQkE3U3lmQUFBQTFNN3lDUUFBUU8wc253QUFBTlRPOGdrQUFFRHRMSjhBQUFEVXp2SUpBQUJBN1N5ZkFBQUExTTd5Q1FBQVFPMHNud0FBQU5UTzhna0FBRUR0TEo4QUFBRFV6dklKQUFCQTdTeWZBQUFBMU03eUNRQUFRTzBzbndBQUFOVHVNNlVIb0ZxOVh1OXk2UmtBbUN5ZVd3Q29ndVZ6Y214R3hHZFRTcGRLRDhKRWVsRjZBS0FJenkzVXhmTUt0SkRsYzBJTWg4UHZwWlErS0QwSGt5bm4vTGZTTXdETjg5eENYVHl2QUFBQUFBQUFBQUFBQUFBQUFBQUFBQUFBQUFBQUFBQUFBQUFBQUFBQUFBQUFBQUFBQUFBQUFBQUFBQUFBQUFBQUFBQUFBQUFBQUFBQUFBQUFBQUFBQUFBQUFBQUFBQUFBQUFBQUFBQUFBQUFBQUFBQUFBQUFBQUFBQUFBQUFBQUFBQUFBQUFBQUFBQUFFKzNmbSsyb29pL1hTVU1BQUFBQVNVVk9SSzVDWUlJPSIsCgkiVGhlbWUiIDogIiIsCgkiVHlwZSIgOiAiZmxvdyIsCgkiVmVyc2lvbiIgOiAiIgp9Cg=="/>
    </extobj>
  </extobjs>
</s:customData>
</file>

<file path=customXml/itemProps1.xml><?xml version="1.0" encoding="utf-8"?>
<ds:datastoreItem xmlns:ds="http://schemas.openxmlformats.org/officeDocument/2006/customXml" ds:itemID="{1190DB0C-A9B4-436D-8C72-BD507202F526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660</Words>
  <Application>Microsoft Office PowerPoint</Application>
  <PresentationFormat>全屏显示(4:3)</PresentationFormat>
  <Paragraphs>128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方正悠黑简体</vt:lpstr>
      <vt:lpstr>华文行楷</vt:lpstr>
      <vt:lpstr>宋体</vt:lpstr>
      <vt:lpstr>微软雅黑</vt:lpstr>
      <vt:lpstr>Arial</vt:lpstr>
      <vt:lpstr>Calibri</vt:lpstr>
      <vt:lpstr>Wingdings</vt:lpstr>
      <vt:lpstr>Office 主题</vt:lpstr>
      <vt:lpstr>PowerPoint 演示文稿</vt:lpstr>
      <vt:lpstr>目录</vt:lpstr>
      <vt:lpstr>时间轴</vt:lpstr>
      <vt:lpstr>主要参与的工作</vt:lpstr>
      <vt:lpstr>目录</vt:lpstr>
      <vt:lpstr>专题汇报</vt:lpstr>
      <vt:lpstr>PowerPoint 演示文稿</vt:lpstr>
      <vt:lpstr>专题汇报</vt:lpstr>
      <vt:lpstr>PowerPoint 演示文稿</vt:lpstr>
      <vt:lpstr>PowerPoint 演示文稿</vt:lpstr>
      <vt:lpstr>目录</vt:lpstr>
      <vt:lpstr>总结</vt:lpstr>
      <vt:lpstr>展望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Wanglaili</dc:creator>
  <cp:lastModifiedBy>Zhao Winston</cp:lastModifiedBy>
  <cp:revision>707</cp:revision>
  <dcterms:created xsi:type="dcterms:W3CDTF">2015-08-31T02:34:00Z</dcterms:created>
  <dcterms:modified xsi:type="dcterms:W3CDTF">2022-08-29T15:07:32Z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flag">
    <vt:lpwstr>1450942412</vt:lpwstr>
  </property>
  <property fmtid="{D5CDD505-2E9C-101B-9397-08002B2CF9AE}" pid="3" name="_new_ms_pID_72543">
    <vt:lpwstr>(3)1AtuRGiPZfZCZzwuTBuySxlKH2dsZSNaqGhvTLcS8WeL7iKgnXS3XZvzoFz6f6I9LpczdZOq
3sxLC9QMAOHC0FZ3TOeDe5OVhGjArSi/Tp2FiyccRVMBoCeycUImgWfSy4ge0V6nG3vWoSng
PS5YC//Wzv4vy70bhkigtPGreYR/GRKGuUSm+cBeoZDlmzlRhqZyMNov7Dm0pyHgg2MM1lOh
p7TKh0Z97S6fcU/FmO</vt:lpwstr>
  </property>
  <property fmtid="{D5CDD505-2E9C-101B-9397-08002B2CF9AE}" pid="4" name="_new_ms_pID_725431">
    <vt:lpwstr>IQDK2rze+Aux8IvZu75CX7UzEffAVicp18utZEacODfuGnQQ/JA+3/
4xJgR4ubrP5ffjpAM2Nlhh0XTle2YfpTYAsvVdrBB5wA+0UD5P/eTrOoMJTqKuCsitqc+0MX
m/vLBk/OWAk/OoVs6KyDz/1AtgJzhcF/Kaxe8UYjhFbbpwnj/tTfuLL0ME4RjCUtC2Zwk4Dw
t7UE2tj6FCDz2zmdIWtRdmiSptq+vFDira6Z</vt:lpwstr>
  </property>
  <property fmtid="{D5CDD505-2E9C-101B-9397-08002B2CF9AE}" pid="5" name="_new_ms_pID_725432">
    <vt:lpwstr>Cx0K3k52vJ2uMIJ5mQ1j7oxsGShJd5yfepFM
O+AWYJB0toHOQAX92zq/12XZl1STuQ==</vt:lpwstr>
  </property>
  <property fmtid="{D5CDD505-2E9C-101B-9397-08002B2CF9AE}" pid="6" name="ContentTypeId">
    <vt:lpwstr>0x01010062BB8EACA5BAD94DA7145C3309C2E14B</vt:lpwstr>
  </property>
  <property fmtid="{D5CDD505-2E9C-101B-9397-08002B2CF9AE}" pid="7" name="_2015_ms_pID_725343">
    <vt:lpwstr>(3)SwM1rvvyTKXMSLzhn3mxTNTv8cwwkJlWwMuY3u99ANcllTwQeeOUIk+3hdFhJTkmxwiNtK59
QtDnMjT1ndcvxhMz88kWaGFBbiOLfAs+X/OwGbl+qq4oA3BnGkwWroEe2/0HU4VURK5IWREx
bj7MmE3sHkO490XpwTRS0ucM5pts7iejC0aCrcRyezaGu/xZhhtWe8XEWzLzTVeG5dy5hEzJ
o8uGpS/z9NyY8F0Y1/</vt:lpwstr>
  </property>
  <property fmtid="{D5CDD505-2E9C-101B-9397-08002B2CF9AE}" pid="8" name="_2015_ms_pID_7253431">
    <vt:lpwstr>2QKBZ69s/NQ6FNqdEZBXxlMCv6VzFuNLXYrqE37LJuTDiA7rQRDond
iPaSreYpQFhfpKklxdm6pl7br4ME3ZGB8lZdMrxf0wAr/kxn87Q2Yy8ksHBduW4e911TvGQS
JRKzY7ihY+CjZQ2qYHJ+lQrMfAqpuufOXmflr7xoUQhAeD4H0y6iIBzQ/LhWnh8Uu+AmR6/V
j7qUqQ1C6uKtuSp4V3ctIckc6/LQSQxDjjRD</vt:lpwstr>
  </property>
  <property fmtid="{D5CDD505-2E9C-101B-9397-08002B2CF9AE}" pid="9" name="KSOProductBuildVer">
    <vt:lpwstr>2052-11.1.0.11365</vt:lpwstr>
  </property>
  <property fmtid="{D5CDD505-2E9C-101B-9397-08002B2CF9AE}" pid="10" name="_2015_ms_pID_7253432">
    <vt:lpwstr>pw==</vt:lpwstr>
  </property>
  <property fmtid="{D5CDD505-2E9C-101B-9397-08002B2CF9AE}" pid="11" name="ICV">
    <vt:lpwstr>E0439235177F4FC78B71DD83C3188F0D</vt:lpwstr>
  </property>
</Properties>
</file>